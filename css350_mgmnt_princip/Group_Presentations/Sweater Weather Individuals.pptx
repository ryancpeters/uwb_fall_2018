
<file path=[Content_Types].xml><?xml version="1.0" encoding="utf-8"?>
<Types xmlns="http://schemas.openxmlformats.org/package/2006/content-types">
  <Default ContentType="application/x-fontdata" Extension="fntdata"/>
  <Default ContentType="application/xml" Extension="xml"/>
  <Default ContentType="image/png" Extension="png"/>
  <Default ContentType="application/vnd.openxmlformats-package.relationships+xml" Extension="rels"/>
  <Override ContentType="application/vnd.openxmlformats-officedocument.presentationml.notesSlide+xml" PartName="/ppt/notesSlides/notesSlide6.xml"/>
  <Override ContentType="application/vnd.openxmlformats-officedocument.presentationml.notesSlide+xml" PartName="/ppt/notesSlides/notesSlide13.xml"/>
  <Override ContentType="application/vnd.openxmlformats-officedocument.presentationml.notesSlide+xml" PartName="/ppt/notesSlides/notesSlide1.xml"/>
  <Override ContentType="application/vnd.openxmlformats-officedocument.presentationml.notesSlide+xml" PartName="/ppt/notesSlides/notesSlide3.xml"/>
  <Override ContentType="application/vnd.openxmlformats-officedocument.presentationml.notesSlide+xml" PartName="/ppt/notesSlides/notesSlide9.xml"/>
  <Override ContentType="application/vnd.openxmlformats-officedocument.presentationml.notesSlide+xml" PartName="/ppt/notesSlides/notesSlide15.xml"/>
  <Override ContentType="application/vnd.openxmlformats-officedocument.presentationml.notesSlide+xml" PartName="/ppt/notesSlides/notesSlide7.xml"/>
  <Override ContentType="application/vnd.openxmlformats-officedocument.presentationml.notesSlide+xml" PartName="/ppt/notesSlides/notesSlide11.xml"/>
  <Override ContentType="application/vnd.openxmlformats-officedocument.presentationml.notesSlide+xml" PartName="/ppt/notesSlides/notesSlide5.xml"/>
  <Override ContentType="application/vnd.openxmlformats-officedocument.presentationml.notesSlide+xml" PartName="/ppt/notesSlides/notesSlide12.xml"/>
  <Override ContentType="application/vnd.openxmlformats-officedocument.presentationml.notesSlide+xml" PartName="/ppt/notesSlides/notesSlide8.xml"/>
  <Override ContentType="application/vnd.openxmlformats-officedocument.presentationml.notesSlide+xml" PartName="/ppt/notesSlides/notesSlide14.xml"/>
  <Override ContentType="application/vnd.openxmlformats-officedocument.presentationml.notesSlide+xml" PartName="/ppt/notesSlides/notesSlide2.xml"/>
  <Override ContentType="application/vnd.openxmlformats-officedocument.presentationml.notesSlide+xml" PartName="/ppt/notesSlides/notesSlide4.xml"/>
  <Override ContentType="application/vnd.openxmlformats-officedocument.presentationml.notesSlide+xml" PartName="/ppt/notesSlides/notesSlide10.xml"/>
  <Override ContentType="application/vnd.openxmlformats-officedocument.presentationml.slideLayout+xml" PartName="/ppt/slideLayouts/slideLayout3.xml"/>
  <Override ContentType="application/vnd.openxmlformats-officedocument.presentationml.slideLayout+xml" PartName="/ppt/slideLayouts/slideLayout4.xml"/>
  <Override ContentType="application/vnd.openxmlformats-officedocument.presentationml.slideLayout+xml" PartName="/ppt/slideLayouts/slideLayout5.xml"/>
  <Override ContentType="application/vnd.openxmlformats-officedocument.presentationml.slideLayout+xml" PartName="/ppt/slideLayouts/slideLayout2.xml"/>
  <Override ContentType="application/vnd.openxmlformats-officedocument.presentationml.slideLayout+xml" PartName="/ppt/slideLayouts/slideLayout11.xml"/>
  <Override ContentType="application/vnd.openxmlformats-officedocument.presentationml.slideLayout+xml" PartName="/ppt/slideLayouts/slideLayout1.xml"/>
  <Override ContentType="application/vnd.openxmlformats-officedocument.presentationml.slideLayout+xml" PartName="/ppt/slideLayouts/slideLayout10.xml"/>
  <Override ContentType="application/vnd.openxmlformats-officedocument.presentationml.slideLayout+xml" PartName="/ppt/slideLayouts/slideLayout7.xml"/>
  <Override ContentType="application/vnd.openxmlformats-officedocument.presentationml.slideLayout+xml" PartName="/ppt/slideLayouts/slideLayout6.xml"/>
  <Override ContentType="application/vnd.openxmlformats-officedocument.presentationml.slideLayout+xml" PartName="/ppt/slideLayouts/slideLayout8.xml"/>
  <Override ContentType="application/vnd.openxmlformats-officedocument.presentationml.slideLayout+xml" PartName="/ppt/slideLayouts/slideLayout9.xml"/>
  <Override ContentType="application/vnd.openxmlformats-officedocument.presentationml.slideMaster+xml" PartName="/ppt/slideMasters/slideMaster1.xml"/>
  <Override ContentType="application/vnd.openxmlformats-officedocument.presentationml.slide+xml" PartName="/ppt/slides/slide4.xml"/>
  <Override ContentType="application/vnd.openxmlformats-officedocument.presentationml.slide+xml" PartName="/ppt/slides/slide11.xml"/>
  <Override ContentType="application/vnd.openxmlformats-officedocument.presentationml.slide+xml" PartName="/ppt/slides/slide1.xml"/>
  <Override ContentType="application/vnd.openxmlformats-officedocument.presentationml.slide+xml" PartName="/ppt/slides/slide3.xml"/>
  <Override ContentType="application/vnd.openxmlformats-officedocument.presentationml.slide+xml" PartName="/ppt/slides/slide9.xml"/>
  <Override ContentType="application/vnd.openxmlformats-officedocument.presentationml.slide+xml" PartName="/ppt/slides/slide13.xml"/>
  <Override ContentType="application/vnd.openxmlformats-officedocument.presentationml.slide+xml" PartName="/ppt/slides/slide5.xml"/>
  <Override ContentType="application/vnd.openxmlformats-officedocument.presentationml.slide+xml" PartName="/ppt/slides/slide7.xml"/>
  <Override ContentType="application/vnd.openxmlformats-officedocument.presentationml.slide+xml" PartName="/ppt/slides/slide15.xml"/>
  <Override ContentType="application/vnd.openxmlformats-officedocument.presentationml.slide+xml" PartName="/ppt/slides/slide12.xml"/>
  <Override ContentType="application/vnd.openxmlformats-officedocument.presentationml.slide+xml" PartName="/ppt/slides/slide10.xml"/>
  <Override ContentType="application/vnd.openxmlformats-officedocument.presentationml.slide+xml" PartName="/ppt/slides/slide2.xml"/>
  <Override ContentType="application/vnd.openxmlformats-officedocument.presentationml.slide+xml" PartName="/ppt/slides/slide6.xml"/>
  <Override ContentType="application/vnd.openxmlformats-officedocument.presentationml.slide+xml" PartName="/ppt/slides/slide8.xml"/>
  <Override ContentType="application/vnd.openxmlformats-officedocument.presentationml.slide+xml" PartName="/ppt/slides/slide14.xml"/>
  <Override ContentType="application/vnd.openxmlformats-officedocument.presentationml.notesMaster+xml" PartName="/ppt/notesMasters/notesMaster1.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theme+xml" PartName="/ppt/theme/theme1.xml"/>
  <Override ContentType="application/vnd.openxmlformats-officedocument.theme+xml" PartName="/ppt/theme/theme2.xml"/>
  <Override ContentType="application/vnd.openxmlformats-officedocument.presentationml.viewProps+xml" PartName="/ppt/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autoCompressPictures="0" embedTrueTypeFonts="1" strictFirstAndLastChars="0" saveSubsetFonts="1">
  <p:sldMasterIdLst>
    <p:sldMasterId id="2147483659" r:id="rId4"/>
  </p:sldMasterIdLst>
  <p:notesMasterIdLst>
    <p:notesMasterId r:id="rId5"/>
  </p:notesMasterIdLst>
  <p:sldIdLst>
    <p:sldId id="256" r:id="rId6"/>
    <p:sldId id="257" r:id="rId7"/>
    <p:sldId id="258" r:id="rId8"/>
    <p:sldId id="259" r:id="rId9"/>
    <p:sldId id="260" r:id="rId10"/>
    <p:sldId id="261" r:id="rId11"/>
    <p:sldId id="262" r:id="rId12"/>
    <p:sldId id="263" r:id="rId13"/>
    <p:sldId id="264" r:id="rId14"/>
    <p:sldId id="265" r:id="rId15"/>
    <p:sldId id="266" r:id="rId16"/>
    <p:sldId id="267" r:id="rId17"/>
    <p:sldId id="268" r:id="rId18"/>
    <p:sldId id="269" r:id="rId19"/>
    <p:sldId id="270" r:id="rId20"/>
  </p:sldIdLst>
  <p:sldSz cy="5143500" cx="9144000"/>
  <p:notesSz cx="6858000" cy="9144000"/>
  <p:embeddedFontLst>
    <p:embeddedFont>
      <p:font typeface="Nunito"/>
      <p:regular r:id="rId21"/>
      <p:bold r:id="rId22"/>
      <p:italic r:id="rId23"/>
      <p:boldItalic r:id="rId24"/>
    </p:embeddedFont>
  </p:embeddedFontLst>
  <p:defaultText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defaultTextStyle>
  <p:extLst>
    <p:ext uri="{EFAFB233-063F-42B5-8137-9DF3F51BA10A}">
      <p15:sldGuideLst>
        <p15:guide id="1" orient="horz" pos="162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file>

<file path=ppt/viewProps.xml><?xml version="1.0" encoding="utf-8"?>
<p:view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showComments="0">
  <p:slideViewPr>
    <p:cSldViewPr snapToGrid="0">
      <p:cViewPr varScale="1">
        <p:scale>
          <a:sx n="100" d="100"/>
          <a:sy n="100" d="100"/>
        </p:scale>
        <p:origin x="0" y="0"/>
      </p:cViewPr>
      <p:guideLst>
        <p:guide pos="1620" orient="horz"/>
        <p:guide pos="2880"/>
      </p:guideLst>
    </p:cSldViewPr>
  </p:slideViewPr>
</p:viewPr>
</file>

<file path=ppt/_rels/presentation.xml.rels><?xml version="1.0" encoding="UTF-8" standalone="yes"?><Relationships xmlns="http://schemas.openxmlformats.org/package/2006/relationships"><Relationship Id="rId20" Type="http://schemas.openxmlformats.org/officeDocument/2006/relationships/slide" Target="slides/slide15.xml"/><Relationship Id="rId11" Type="http://schemas.openxmlformats.org/officeDocument/2006/relationships/slide" Target="slides/slide6.xml"/><Relationship Id="rId22" Type="http://schemas.openxmlformats.org/officeDocument/2006/relationships/font" Target="fonts/Nunito-bold.fntdata"/><Relationship Id="rId10" Type="http://schemas.openxmlformats.org/officeDocument/2006/relationships/slide" Target="slides/slide5.xml"/><Relationship Id="rId21" Type="http://schemas.openxmlformats.org/officeDocument/2006/relationships/font" Target="fonts/Nunito-regular.fntdata"/><Relationship Id="rId13" Type="http://schemas.openxmlformats.org/officeDocument/2006/relationships/slide" Target="slides/slide8.xml"/><Relationship Id="rId24" Type="http://schemas.openxmlformats.org/officeDocument/2006/relationships/font" Target="fonts/Nunito-boldItalic.fntdata"/><Relationship Id="rId12" Type="http://schemas.openxmlformats.org/officeDocument/2006/relationships/slide" Target="slides/slide7.xml"/><Relationship Id="rId23" Type="http://schemas.openxmlformats.org/officeDocument/2006/relationships/font" Target="fonts/Nunito-italic.fntdata"/><Relationship Id="rId1" Type="http://schemas.openxmlformats.org/officeDocument/2006/relationships/theme" Target="theme/theme1.xml"/><Relationship Id="rId2" Type="http://schemas.openxmlformats.org/officeDocument/2006/relationships/viewProps" Target="viewProps.xml"/><Relationship Id="rId3" Type="http://schemas.openxmlformats.org/officeDocument/2006/relationships/presProps" Target="presProps.xml"/><Relationship Id="rId4" Type="http://schemas.openxmlformats.org/officeDocument/2006/relationships/slideMaster" Target="slideMasters/slideMaster1.xml"/><Relationship Id="rId9" Type="http://schemas.openxmlformats.org/officeDocument/2006/relationships/slide" Target="slides/slide4.xml"/><Relationship Id="rId15" Type="http://schemas.openxmlformats.org/officeDocument/2006/relationships/slide" Target="slides/slide10.xml"/><Relationship Id="rId14" Type="http://schemas.openxmlformats.org/officeDocument/2006/relationships/slide" Target="slides/slide9.xml"/><Relationship Id="rId17" Type="http://schemas.openxmlformats.org/officeDocument/2006/relationships/slide" Target="slides/slide12.xml"/><Relationship Id="rId16" Type="http://schemas.openxmlformats.org/officeDocument/2006/relationships/slide" Target="slides/slide11.xml"/><Relationship Id="rId5" Type="http://schemas.openxmlformats.org/officeDocument/2006/relationships/notesMaster" Target="notesMasters/notesMaster1.xml"/><Relationship Id="rId19" Type="http://schemas.openxmlformats.org/officeDocument/2006/relationships/slide" Target="slides/slide14.xml"/><Relationship Id="rId6" Type="http://schemas.openxmlformats.org/officeDocument/2006/relationships/slide" Target="slides/slide1.xml"/><Relationship Id="rId18" Type="http://schemas.openxmlformats.org/officeDocument/2006/relationships/slide" Target="slides/slide13.xml"/><Relationship Id="rId7" Type="http://schemas.openxmlformats.org/officeDocument/2006/relationships/slide" Target="slides/slide2.xml"/><Relationship Id="rId8" Type="http://schemas.openxmlformats.org/officeDocument/2006/relationships/slide" Target="slides/slide3.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p:cSld>
    <p:spTree>
      <p:nvGrpSpPr>
        <p:cNvPr id="2" name="Shape 2"/>
        <p:cNvGrpSpPr/>
        <p:nvPr/>
      </p:nvGrpSpPr>
      <p:grpSpPr>
        <a:xfrm>
          <a:off x="0" y="0"/>
          <a:ext cx="0" cy="0"/>
          <a:chOff x="0" y="0"/>
          <a:chExt cx="0" cy="0"/>
        </a:xfrm>
      </p:grpSpPr>
      <p:sp>
        <p:nvSpPr>
          <p:cNvPr id="3" name="Google Shape;3;n"/>
          <p:cNvSpPr/>
          <p:nvPr>
            <p:ph idx="2" type="sldImg"/>
          </p:nvPr>
        </p:nvSpPr>
        <p:spPr>
          <a:xfrm>
            <a:off x="381300" y="685800"/>
            <a:ext cx="6096075"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4" name="Google Shape;4;n"/>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lstStyle>
            <a:lvl1pPr indent="-298450" lvl="0" marL="457200">
              <a:spcBef>
                <a:spcPts val="0"/>
              </a:spcBef>
              <a:spcAft>
                <a:spcPts val="0"/>
              </a:spcAft>
              <a:buSzPts val="1100"/>
              <a:buChar char="●"/>
              <a:defRPr sz="1100"/>
            </a:lvl1pPr>
            <a:lvl2pPr indent="-298450" lvl="1" marL="914400">
              <a:spcBef>
                <a:spcPts val="0"/>
              </a:spcBef>
              <a:spcAft>
                <a:spcPts val="0"/>
              </a:spcAft>
              <a:buSzPts val="1100"/>
              <a:buChar char="○"/>
              <a:defRPr sz="1100"/>
            </a:lvl2pPr>
            <a:lvl3pPr indent="-298450" lvl="2" marL="1371600">
              <a:spcBef>
                <a:spcPts val="0"/>
              </a:spcBef>
              <a:spcAft>
                <a:spcPts val="0"/>
              </a:spcAft>
              <a:buSzPts val="1100"/>
              <a:buChar char="■"/>
              <a:defRPr sz="1100"/>
            </a:lvl3pPr>
            <a:lvl4pPr indent="-298450" lvl="3" marL="1828800">
              <a:spcBef>
                <a:spcPts val="0"/>
              </a:spcBef>
              <a:spcAft>
                <a:spcPts val="0"/>
              </a:spcAft>
              <a:buSzPts val="1100"/>
              <a:buChar char="●"/>
              <a:defRPr sz="1100"/>
            </a:lvl4pPr>
            <a:lvl5pPr indent="-298450" lvl="4" marL="2286000">
              <a:spcBef>
                <a:spcPts val="0"/>
              </a:spcBef>
              <a:spcAft>
                <a:spcPts val="0"/>
              </a:spcAft>
              <a:buSzPts val="1100"/>
              <a:buChar char="○"/>
              <a:defRPr sz="1100"/>
            </a:lvl5pPr>
            <a:lvl6pPr indent="-298450" lvl="5" marL="2743200">
              <a:spcBef>
                <a:spcPts val="0"/>
              </a:spcBef>
              <a:spcAft>
                <a:spcPts val="0"/>
              </a:spcAft>
              <a:buSzPts val="1100"/>
              <a:buChar char="■"/>
              <a:defRPr sz="1100"/>
            </a:lvl6pPr>
            <a:lvl7pPr indent="-298450" lvl="6" marL="3200400">
              <a:spcBef>
                <a:spcPts val="0"/>
              </a:spcBef>
              <a:spcAft>
                <a:spcPts val="0"/>
              </a:spcAft>
              <a:buSzPts val="1100"/>
              <a:buChar char="●"/>
              <a:defRPr sz="1100"/>
            </a:lvl7pPr>
            <a:lvl8pPr indent="-298450" lvl="7" marL="3657600">
              <a:spcBef>
                <a:spcPts val="0"/>
              </a:spcBef>
              <a:spcAft>
                <a:spcPts val="0"/>
              </a:spcAft>
              <a:buSzPts val="1100"/>
              <a:buChar char="○"/>
              <a:defRPr sz="1100"/>
            </a:lvl8pPr>
            <a:lvl9pPr indent="-298450" lvl="8" marL="4114800">
              <a:spcBef>
                <a:spcPts val="0"/>
              </a:spcBef>
              <a:spcAft>
                <a:spcPts val="0"/>
              </a:spcAft>
              <a:buSzPts val="1100"/>
              <a:buChar char="■"/>
              <a:defRPr sz="1100"/>
            </a:lvl9pPr>
          </a:lstStyle>
          <a:p/>
        </p:txBody>
      </p:sp>
    </p:spTree>
  </p:cSld>
  <p:clrMap accent1="accent1" accent2="accent2" accent3="accent3" accent4="accent4" accent5="accent5" accent6="accent6" bg1="lt1" bg2="dk2" tx1="dk1" tx2="lt2" folHlink="folHlink" hlink="hlink"/>
  <p:notes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hyperlink" Target="https://edisciplinas.usp.br/pluginfile.php/1769799/mod_resource/content/3/texto%2001%20-%20Leavitts%20Diamond%20-%20An%20Integrated%20Approach%20to%20Change.pdf" TargetMode="External"/><Relationship Id="rId3" Type="http://schemas.openxmlformats.org/officeDocument/2006/relationships/hyperlink" Target="https://www.brighthubpm.com/change-management/122495-a-look-at-the-components-of-leavitts-diamond/" TargetMode="Externa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showMasterPhAnim="0" showMasterSp="0">
  <p:cSld>
    <p:spTree>
      <p:nvGrpSpPr>
        <p:cNvPr id="124" name="Shape 124"/>
        <p:cNvGrpSpPr/>
        <p:nvPr/>
      </p:nvGrpSpPr>
      <p:grpSpPr>
        <a:xfrm>
          <a:off x="0" y="0"/>
          <a:ext cx="0" cy="0"/>
          <a:chOff x="0" y="0"/>
          <a:chExt cx="0" cy="0"/>
        </a:xfrm>
      </p:grpSpPr>
      <p:sp>
        <p:nvSpPr>
          <p:cNvPr id="125" name="Google Shape;125;p:notes"/>
          <p:cNvSpPr/>
          <p:nvPr>
            <p:ph idx="2" type="sldImg"/>
          </p:nvPr>
        </p:nvSpPr>
        <p:spPr>
          <a:xfrm>
            <a:off x="381300" y="685800"/>
            <a:ext cx="6096075" cy="3429000"/>
          </a:xfrm>
          <a:custGeom>
            <a:rect b="b" l="l" r="r" t="t"/>
            <a:pathLst>
              <a:path extrusionOk="0" h="120000" w="120000">
                <a:moveTo>
                  <a:pt x="0" y="0"/>
                </a:moveTo>
                <a:lnTo>
                  <a:pt x="120000" y="0"/>
                </a:lnTo>
                <a:lnTo>
                  <a:pt x="120000" y="120000"/>
                </a:lnTo>
                <a:lnTo>
                  <a:pt x="0" y="120000"/>
                </a:lnTo>
                <a:close/>
              </a:path>
            </a:pathLst>
          </a:custGeom>
        </p:spPr>
      </p:sp>
      <p:sp>
        <p:nvSpPr>
          <p:cNvPr id="126" name="Google Shape;126;p: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showMasterPhAnim="0" showMasterSp="0">
  <p:cSld>
    <p:spTree>
      <p:nvGrpSpPr>
        <p:cNvPr id="130" name="Shape 130"/>
        <p:cNvGrpSpPr/>
        <p:nvPr/>
      </p:nvGrpSpPr>
      <p:grpSpPr>
        <a:xfrm>
          <a:off x="0" y="0"/>
          <a:ext cx="0" cy="0"/>
          <a:chOff x="0" y="0"/>
          <a:chExt cx="0" cy="0"/>
        </a:xfrm>
      </p:grpSpPr>
      <p:sp>
        <p:nvSpPr>
          <p:cNvPr id="131" name="Google Shape;131;g430d6dcf32_1_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32" name="Google Shape;132;g430d6dcf32_1_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298450" lvl="0" marL="457200" rtl="0" algn="l">
              <a:spcBef>
                <a:spcPts val="0"/>
              </a:spcBef>
              <a:spcAft>
                <a:spcPts val="0"/>
              </a:spcAft>
              <a:buSzPts val="1100"/>
              <a:buChar char="-"/>
            </a:pPr>
            <a:r>
              <a:rPr lang="en" u="sng">
                <a:solidFill>
                  <a:schemeClr val="hlink"/>
                </a:solidFill>
                <a:hlinkClick r:id="rId2"/>
              </a:rPr>
              <a:t>https://edisciplinas.usp.br/pluginfile.php/1769799/mod_resource/content/3/texto%2001%20-%20Leavitts%20Diamond%20-%20An%20Integrated%20Approach%20to%20Change.pdf</a:t>
            </a:r>
            <a:endParaRPr/>
          </a:p>
          <a:p>
            <a:pPr indent="-298450" lvl="0" marL="457200" rtl="0" algn="l">
              <a:spcBef>
                <a:spcPts val="0"/>
              </a:spcBef>
              <a:spcAft>
                <a:spcPts val="0"/>
              </a:spcAft>
              <a:buSzPts val="1100"/>
              <a:buChar char="-"/>
            </a:pPr>
            <a:r>
              <a:rPr lang="en" u="sng">
                <a:solidFill>
                  <a:schemeClr val="hlink"/>
                </a:solidFill>
                <a:hlinkClick r:id="rId3"/>
              </a:rPr>
              <a:t>https://www.brighthubpm.com/change-management/122495-a-look-at-the-components-of-leavitts-diamond/</a:t>
            </a:r>
            <a:endParaRPr/>
          </a:p>
          <a:p>
            <a:pPr indent="0" lvl="0" marL="0" rtl="0" algn="l">
              <a:spcBef>
                <a:spcPts val="0"/>
              </a:spcBef>
              <a:spcAft>
                <a:spcPts val="0"/>
              </a:spcAft>
              <a:buNone/>
            </a:pPr>
            <a:r>
              <a:t/>
            </a:r>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showMasterPhAnim="0" showMasterSp="0">
  <p:cSld>
    <p:spTree>
      <p:nvGrpSpPr>
        <p:cNvPr id="137" name="Shape 137"/>
        <p:cNvGrpSpPr/>
        <p:nvPr/>
      </p:nvGrpSpPr>
      <p:grpSpPr>
        <a:xfrm>
          <a:off x="0" y="0"/>
          <a:ext cx="0" cy="0"/>
          <a:chOff x="0" y="0"/>
          <a:chExt cx="0" cy="0"/>
        </a:xfrm>
      </p:grpSpPr>
      <p:sp>
        <p:nvSpPr>
          <p:cNvPr id="138" name="Google Shape;138;g432956a979_1_245: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39" name="Google Shape;139;g432956a979_1_24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showMasterPhAnim="0" showMasterSp="0">
  <p:cSld>
    <p:spTree>
      <p:nvGrpSpPr>
        <p:cNvPr id="146" name="Shape 146"/>
        <p:cNvGrpSpPr/>
        <p:nvPr/>
      </p:nvGrpSpPr>
      <p:grpSpPr>
        <a:xfrm>
          <a:off x="0" y="0"/>
          <a:ext cx="0" cy="0"/>
          <a:chOff x="0" y="0"/>
          <a:chExt cx="0" cy="0"/>
        </a:xfrm>
      </p:grpSpPr>
      <p:sp>
        <p:nvSpPr>
          <p:cNvPr id="147" name="Google Shape;147;g430d6dcf32_1_2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48" name="Google Shape;148;g430d6dcf32_1_2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showMasterPhAnim="0" showMasterSp="0">
  <p:cSld>
    <p:spTree>
      <p:nvGrpSpPr>
        <p:cNvPr id="153" name="Shape 153"/>
        <p:cNvGrpSpPr/>
        <p:nvPr/>
      </p:nvGrpSpPr>
      <p:grpSpPr>
        <a:xfrm>
          <a:off x="0" y="0"/>
          <a:ext cx="0" cy="0"/>
          <a:chOff x="0" y="0"/>
          <a:chExt cx="0" cy="0"/>
        </a:xfrm>
      </p:grpSpPr>
      <p:sp>
        <p:nvSpPr>
          <p:cNvPr id="154" name="Google Shape;154;g430d6dcf32_1_5: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55" name="Google Shape;155;g430d6dcf32_1_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showMasterPhAnim="0" showMasterSp="0">
  <p:cSld>
    <p:spTree>
      <p:nvGrpSpPr>
        <p:cNvPr id="159" name="Shape 159"/>
        <p:cNvGrpSpPr/>
        <p:nvPr/>
      </p:nvGrpSpPr>
      <p:grpSpPr>
        <a:xfrm>
          <a:off x="0" y="0"/>
          <a:ext cx="0" cy="0"/>
          <a:chOff x="0" y="0"/>
          <a:chExt cx="0" cy="0"/>
        </a:xfrm>
      </p:grpSpPr>
      <p:sp>
        <p:nvSpPr>
          <p:cNvPr id="160" name="Google Shape;160;g431446c50f_3_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61" name="Google Shape;161;g431446c50f_3_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showMasterPhAnim="0" showMasterSp="0">
  <p:cSld>
    <p:spTree>
      <p:nvGrpSpPr>
        <p:cNvPr id="166" name="Shape 166"/>
        <p:cNvGrpSpPr/>
        <p:nvPr/>
      </p:nvGrpSpPr>
      <p:grpSpPr>
        <a:xfrm>
          <a:off x="0" y="0"/>
          <a:ext cx="0" cy="0"/>
          <a:chOff x="0" y="0"/>
          <a:chExt cx="0" cy="0"/>
        </a:xfrm>
      </p:grpSpPr>
      <p:sp>
        <p:nvSpPr>
          <p:cNvPr id="167" name="Google Shape;167;g431446c50f_1_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68" name="Google Shape;168;g431446c50f_1_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showMasterPhAnim="0" showMasterSp="0">
  <p:cSld>
    <p:spTree>
      <p:nvGrpSpPr>
        <p:cNvPr id="173" name="Shape 173"/>
        <p:cNvGrpSpPr/>
        <p:nvPr/>
      </p:nvGrpSpPr>
      <p:grpSpPr>
        <a:xfrm>
          <a:off x="0" y="0"/>
          <a:ext cx="0" cy="0"/>
          <a:chOff x="0" y="0"/>
          <a:chExt cx="0" cy="0"/>
        </a:xfrm>
      </p:grpSpPr>
      <p:sp>
        <p:nvSpPr>
          <p:cNvPr id="174" name="Google Shape;174;g431446c50f_0_1: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75" name="Google Shape;175;g431446c50f_0_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showMasterPhAnim="0" showMasterSp="0">
  <p:cSld>
    <p:spTree>
      <p:nvGrpSpPr>
        <p:cNvPr id="179" name="Shape 179"/>
        <p:cNvGrpSpPr/>
        <p:nvPr/>
      </p:nvGrpSpPr>
      <p:grpSpPr>
        <a:xfrm>
          <a:off x="0" y="0"/>
          <a:ext cx="0" cy="0"/>
          <a:chOff x="0" y="0"/>
          <a:chExt cx="0" cy="0"/>
        </a:xfrm>
      </p:grpSpPr>
      <p:sp>
        <p:nvSpPr>
          <p:cNvPr id="180" name="Google Shape;180;g430d6dcf32_1_15: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81" name="Google Shape;181;g430d6dcf32_1_1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showMasterPhAnim="0" showMasterSp="0">
  <p:cSld>
    <p:spTree>
      <p:nvGrpSpPr>
        <p:cNvPr id="185" name="Shape 185"/>
        <p:cNvGrpSpPr/>
        <p:nvPr/>
      </p:nvGrpSpPr>
      <p:grpSpPr>
        <a:xfrm>
          <a:off x="0" y="0"/>
          <a:ext cx="0" cy="0"/>
          <a:chOff x="0" y="0"/>
          <a:chExt cx="0" cy="0"/>
        </a:xfrm>
      </p:grpSpPr>
      <p:sp>
        <p:nvSpPr>
          <p:cNvPr id="186" name="Google Shape;186;g431446c50f_0_6: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87" name="Google Shape;187;g431446c50f_0_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showMasterPhAnim="0" showMasterSp="0">
  <p:cSld>
    <p:spTree>
      <p:nvGrpSpPr>
        <p:cNvPr id="191" name="Shape 191"/>
        <p:cNvGrpSpPr/>
        <p:nvPr/>
      </p:nvGrpSpPr>
      <p:grpSpPr>
        <a:xfrm>
          <a:off x="0" y="0"/>
          <a:ext cx="0" cy="0"/>
          <a:chOff x="0" y="0"/>
          <a:chExt cx="0" cy="0"/>
        </a:xfrm>
      </p:grpSpPr>
      <p:sp>
        <p:nvSpPr>
          <p:cNvPr id="192" name="Google Shape;192;g431446c50f_0_11: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93" name="Google Shape;193;g431446c50f_0_1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showMasterPhAnim="0" showMasterSp="0">
  <p:cSld>
    <p:spTree>
      <p:nvGrpSpPr>
        <p:cNvPr id="197" name="Shape 197"/>
        <p:cNvGrpSpPr/>
        <p:nvPr/>
      </p:nvGrpSpPr>
      <p:grpSpPr>
        <a:xfrm>
          <a:off x="0" y="0"/>
          <a:ext cx="0" cy="0"/>
          <a:chOff x="0" y="0"/>
          <a:chExt cx="0" cy="0"/>
        </a:xfrm>
      </p:grpSpPr>
      <p:sp>
        <p:nvSpPr>
          <p:cNvPr id="198" name="Google Shape;198;g431446c50f_0_16: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99" name="Google Shape;199;g431446c50f_0_1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showMasterPhAnim="0" showMasterSp="0">
  <p:cSld>
    <p:spTree>
      <p:nvGrpSpPr>
        <p:cNvPr id="203" name="Shape 203"/>
        <p:cNvGrpSpPr/>
        <p:nvPr/>
      </p:nvGrpSpPr>
      <p:grpSpPr>
        <a:xfrm>
          <a:off x="0" y="0"/>
          <a:ext cx="0" cy="0"/>
          <a:chOff x="0" y="0"/>
          <a:chExt cx="0" cy="0"/>
        </a:xfrm>
      </p:grpSpPr>
      <p:sp>
        <p:nvSpPr>
          <p:cNvPr id="204" name="Google Shape;204;g432956a979_0_1: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05" name="Google Shape;205;g432956a979_0_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showMasterPhAnim="0" showMasterSp="0">
  <p:cSld>
    <p:spTree>
      <p:nvGrpSpPr>
        <p:cNvPr id="209" name="Shape 209"/>
        <p:cNvGrpSpPr/>
        <p:nvPr/>
      </p:nvGrpSpPr>
      <p:grpSpPr>
        <a:xfrm>
          <a:off x="0" y="0"/>
          <a:ext cx="0" cy="0"/>
          <a:chOff x="0" y="0"/>
          <a:chExt cx="0" cy="0"/>
        </a:xfrm>
      </p:grpSpPr>
      <p:sp>
        <p:nvSpPr>
          <p:cNvPr id="210" name="Google Shape;210;g431446c50f_0_21: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11" name="Google Shape;211;g431446c50f_0_2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showMasterPhAnim="0" showMasterSp="0">
  <p:cSld>
    <p:spTree>
      <p:nvGrpSpPr>
        <p:cNvPr id="215" name="Shape 215"/>
        <p:cNvGrpSpPr/>
        <p:nvPr/>
      </p:nvGrpSpPr>
      <p:grpSpPr>
        <a:xfrm>
          <a:off x="0" y="0"/>
          <a:ext cx="0" cy="0"/>
          <a:chOff x="0" y="0"/>
          <a:chExt cx="0" cy="0"/>
        </a:xfrm>
      </p:grpSpPr>
      <p:sp>
        <p:nvSpPr>
          <p:cNvPr id="216" name="Google Shape;216;g431446c50f_0_32: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17" name="Google Shape;217;g431446c50f_0_3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matchingName="Title slide" type="title">
  <p:cSld name="TITLE">
    <p:bg>
      <p:bgPr>
        <a:solidFill>
          <a:schemeClr val="accent6"/>
        </a:solidFill>
      </p:bgPr>
    </p:bg>
    <p:spTree>
      <p:nvGrpSpPr>
        <p:cNvPr id="9" name="Shape 9"/>
        <p:cNvGrpSpPr/>
        <p:nvPr/>
      </p:nvGrpSpPr>
      <p:grpSpPr>
        <a:xfrm>
          <a:off x="0" y="0"/>
          <a:ext cx="0" cy="0"/>
          <a:chOff x="0" y="0"/>
          <a:chExt cx="0" cy="0"/>
        </a:xfrm>
      </p:grpSpPr>
      <p:sp>
        <p:nvSpPr>
          <p:cNvPr id="10" name="Google Shape;10;p2"/>
          <p:cNvSpPr/>
          <p:nvPr/>
        </p:nvSpPr>
        <p:spPr>
          <a:xfrm>
            <a:off x="31" y="2824500"/>
            <a:ext cx="7370400" cy="2319000"/>
          </a:xfrm>
          <a:prstGeom prst="rtTriangle">
            <a:avLst/>
          </a:pr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 name="Google Shape;11;p2"/>
          <p:cNvSpPr/>
          <p:nvPr/>
        </p:nvSpPr>
        <p:spPr>
          <a:xfrm flipH="1">
            <a:off x="3582600" y="1550700"/>
            <a:ext cx="5561400" cy="3592800"/>
          </a:xfrm>
          <a:prstGeom prst="rtTriangle">
            <a:avLst/>
          </a:pr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 name="Google Shape;12;p2"/>
          <p:cNvSpPr/>
          <p:nvPr/>
        </p:nvSpPr>
        <p:spPr>
          <a:xfrm rot="10800000">
            <a:off x="5058905" y="0"/>
            <a:ext cx="4085100" cy="2052600"/>
          </a:xfrm>
          <a:prstGeom prst="rtTriangle">
            <a:avLst/>
          </a:pr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 name="Google Shape;13;p2"/>
          <p:cNvSpPr/>
          <p:nvPr/>
        </p:nvSpPr>
        <p:spPr>
          <a:xfrm>
            <a:off x="203275" y="206250"/>
            <a:ext cx="8737500" cy="4731000"/>
          </a:xfrm>
          <a:prstGeom prst="rect">
            <a:avLst/>
          </a:prstGeom>
          <a:solidFill>
            <a:schemeClr val="dk1"/>
          </a:solidFill>
          <a:ln>
            <a:noFill/>
          </a:ln>
          <a:effectLst>
            <a:outerShdw blurRad="228600" sx="101000" rotWithShape="0" algn="ctr" sy="101000">
              <a:srgbClr val="000000">
                <a:alpha val="40000"/>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nvGrpSpPr>
          <p:cNvPr id="14" name="Google Shape;14;p2"/>
          <p:cNvGrpSpPr/>
          <p:nvPr/>
        </p:nvGrpSpPr>
        <p:grpSpPr>
          <a:xfrm>
            <a:off x="255200" y="592"/>
            <a:ext cx="2250363" cy="1044300"/>
            <a:chOff x="255200" y="592"/>
            <a:chExt cx="2250363" cy="1044300"/>
          </a:xfrm>
        </p:grpSpPr>
        <p:sp>
          <p:nvSpPr>
            <p:cNvPr id="15" name="Google Shape;15;p2"/>
            <p:cNvSpPr/>
            <p:nvPr/>
          </p:nvSpPr>
          <p:spPr>
            <a:xfrm>
              <a:off x="764063" y="592"/>
              <a:ext cx="1741500" cy="1044300"/>
            </a:xfrm>
            <a:prstGeom prst="parallelogram">
              <a:avLst>
                <a:gd fmla="val 153193" name="adj"/>
              </a:avLst>
            </a:pr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6" name="Google Shape;16;p2"/>
            <p:cNvSpPr/>
            <p:nvPr/>
          </p:nvSpPr>
          <p:spPr>
            <a:xfrm>
              <a:off x="509632" y="592"/>
              <a:ext cx="1741500" cy="1044300"/>
            </a:xfrm>
            <a:prstGeom prst="parallelogram">
              <a:avLst>
                <a:gd fmla="val 153193" name="adj"/>
              </a:avLst>
            </a:pr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7" name="Google Shape;17;p2"/>
            <p:cNvSpPr/>
            <p:nvPr/>
          </p:nvSpPr>
          <p:spPr>
            <a:xfrm>
              <a:off x="255200" y="592"/>
              <a:ext cx="1741500" cy="1044300"/>
            </a:xfrm>
            <a:prstGeom prst="parallelogram">
              <a:avLst>
                <a:gd fmla="val 153193" name="adj"/>
              </a:avLst>
            </a:pr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18" name="Google Shape;18;p2"/>
          <p:cNvGrpSpPr/>
          <p:nvPr/>
        </p:nvGrpSpPr>
        <p:grpSpPr>
          <a:xfrm>
            <a:off x="905395" y="592"/>
            <a:ext cx="2250363" cy="1044300"/>
            <a:chOff x="905395" y="592"/>
            <a:chExt cx="2250363" cy="1044300"/>
          </a:xfrm>
        </p:grpSpPr>
        <p:sp>
          <p:nvSpPr>
            <p:cNvPr id="19" name="Google Shape;19;p2"/>
            <p:cNvSpPr/>
            <p:nvPr/>
          </p:nvSpPr>
          <p:spPr>
            <a:xfrm>
              <a:off x="1414258" y="592"/>
              <a:ext cx="1741500" cy="1044300"/>
            </a:xfrm>
            <a:prstGeom prst="parallelogram">
              <a:avLst>
                <a:gd fmla="val 153193" name="adj"/>
              </a:avLst>
            </a:prstGeom>
            <a:solidFill>
              <a:schemeClr val="accent6"/>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0" name="Google Shape;20;p2"/>
            <p:cNvSpPr/>
            <p:nvPr/>
          </p:nvSpPr>
          <p:spPr>
            <a:xfrm>
              <a:off x="1159826" y="592"/>
              <a:ext cx="1741500" cy="1044300"/>
            </a:xfrm>
            <a:prstGeom prst="parallelogram">
              <a:avLst>
                <a:gd fmla="val 153193" name="adj"/>
              </a:avLst>
            </a:prstGeom>
            <a:solidFill>
              <a:schemeClr val="accent6"/>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1" name="Google Shape;21;p2"/>
            <p:cNvSpPr/>
            <p:nvPr/>
          </p:nvSpPr>
          <p:spPr>
            <a:xfrm>
              <a:off x="905395" y="592"/>
              <a:ext cx="1741500" cy="1044300"/>
            </a:xfrm>
            <a:prstGeom prst="parallelogram">
              <a:avLst>
                <a:gd fmla="val 153193" name="adj"/>
              </a:avLst>
            </a:prstGeom>
            <a:solidFill>
              <a:schemeClr val="accent6"/>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22" name="Google Shape;22;p2"/>
          <p:cNvGrpSpPr/>
          <p:nvPr/>
        </p:nvGrpSpPr>
        <p:grpSpPr>
          <a:xfrm>
            <a:off x="7057468" y="5088"/>
            <a:ext cx="1851282" cy="752108"/>
            <a:chOff x="6917201" y="0"/>
            <a:chExt cx="2227777" cy="863400"/>
          </a:xfrm>
        </p:grpSpPr>
        <p:sp>
          <p:nvSpPr>
            <p:cNvPr id="23" name="Google Shape;23;p2"/>
            <p:cNvSpPr/>
            <p:nvPr/>
          </p:nvSpPr>
          <p:spPr>
            <a:xfrm>
              <a:off x="7641677" y="0"/>
              <a:ext cx="1503300" cy="863400"/>
            </a:xfrm>
            <a:prstGeom prst="parallelogram">
              <a:avLst>
                <a:gd fmla="val 158024" name="adj"/>
              </a:avLst>
            </a:pr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4" name="Google Shape;24;p2"/>
            <p:cNvSpPr/>
            <p:nvPr/>
          </p:nvSpPr>
          <p:spPr>
            <a:xfrm>
              <a:off x="7279439" y="0"/>
              <a:ext cx="1503300" cy="863400"/>
            </a:xfrm>
            <a:prstGeom prst="parallelogram">
              <a:avLst>
                <a:gd fmla="val 158024" name="adj"/>
              </a:avLst>
            </a:pr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5" name="Google Shape;25;p2"/>
            <p:cNvSpPr/>
            <p:nvPr/>
          </p:nvSpPr>
          <p:spPr>
            <a:xfrm>
              <a:off x="6917201" y="0"/>
              <a:ext cx="1503300" cy="863400"/>
            </a:xfrm>
            <a:prstGeom prst="parallelogram">
              <a:avLst>
                <a:gd fmla="val 158024" name="adj"/>
              </a:avLst>
            </a:pr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26" name="Google Shape;26;p2"/>
          <p:cNvGrpSpPr/>
          <p:nvPr/>
        </p:nvGrpSpPr>
        <p:grpSpPr>
          <a:xfrm>
            <a:off x="6553032" y="4217852"/>
            <a:ext cx="2389068" cy="925737"/>
            <a:chOff x="6917201" y="0"/>
            <a:chExt cx="2227777" cy="863400"/>
          </a:xfrm>
        </p:grpSpPr>
        <p:sp>
          <p:nvSpPr>
            <p:cNvPr id="27" name="Google Shape;27;p2"/>
            <p:cNvSpPr/>
            <p:nvPr/>
          </p:nvSpPr>
          <p:spPr>
            <a:xfrm>
              <a:off x="7641677" y="0"/>
              <a:ext cx="1503300" cy="863400"/>
            </a:xfrm>
            <a:prstGeom prst="parallelogram">
              <a:avLst>
                <a:gd fmla="val 158024" name="adj"/>
              </a:avLst>
            </a:pr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8" name="Google Shape;28;p2"/>
            <p:cNvSpPr/>
            <p:nvPr/>
          </p:nvSpPr>
          <p:spPr>
            <a:xfrm>
              <a:off x="7279439" y="0"/>
              <a:ext cx="1503300" cy="863400"/>
            </a:xfrm>
            <a:prstGeom prst="parallelogram">
              <a:avLst>
                <a:gd fmla="val 158024" name="adj"/>
              </a:avLst>
            </a:pr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9" name="Google Shape;29;p2"/>
            <p:cNvSpPr/>
            <p:nvPr/>
          </p:nvSpPr>
          <p:spPr>
            <a:xfrm>
              <a:off x="6917201" y="0"/>
              <a:ext cx="1503300" cy="863400"/>
            </a:xfrm>
            <a:prstGeom prst="parallelogram">
              <a:avLst>
                <a:gd fmla="val 158024" name="adj"/>
              </a:avLst>
            </a:pr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30" name="Google Shape;30;p2"/>
          <p:cNvGrpSpPr/>
          <p:nvPr/>
        </p:nvGrpSpPr>
        <p:grpSpPr>
          <a:xfrm>
            <a:off x="199149" y="4055652"/>
            <a:ext cx="2795414" cy="1083308"/>
            <a:chOff x="6917201" y="0"/>
            <a:chExt cx="2227777" cy="863400"/>
          </a:xfrm>
        </p:grpSpPr>
        <p:sp>
          <p:nvSpPr>
            <p:cNvPr id="31" name="Google Shape;31;p2"/>
            <p:cNvSpPr/>
            <p:nvPr/>
          </p:nvSpPr>
          <p:spPr>
            <a:xfrm>
              <a:off x="7641677" y="0"/>
              <a:ext cx="1503300" cy="863400"/>
            </a:xfrm>
            <a:prstGeom prst="parallelogram">
              <a:avLst>
                <a:gd fmla="val 158024" name="adj"/>
              </a:avLst>
            </a:pr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2" name="Google Shape;32;p2"/>
            <p:cNvSpPr/>
            <p:nvPr/>
          </p:nvSpPr>
          <p:spPr>
            <a:xfrm>
              <a:off x="7279439" y="0"/>
              <a:ext cx="1503300" cy="863400"/>
            </a:xfrm>
            <a:prstGeom prst="parallelogram">
              <a:avLst>
                <a:gd fmla="val 158024" name="adj"/>
              </a:avLst>
            </a:pr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3" name="Google Shape;33;p2"/>
            <p:cNvSpPr/>
            <p:nvPr/>
          </p:nvSpPr>
          <p:spPr>
            <a:xfrm>
              <a:off x="6917201" y="0"/>
              <a:ext cx="1503300" cy="863400"/>
            </a:xfrm>
            <a:prstGeom prst="parallelogram">
              <a:avLst>
                <a:gd fmla="val 158024" name="adj"/>
              </a:avLst>
            </a:pr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34" name="Google Shape;34;p2"/>
          <p:cNvSpPr txBox="1"/>
          <p:nvPr>
            <p:ph type="ctrTitle"/>
          </p:nvPr>
        </p:nvSpPr>
        <p:spPr>
          <a:xfrm>
            <a:off x="1858703" y="1822833"/>
            <a:ext cx="5361300" cy="1448100"/>
          </a:xfrm>
          <a:prstGeom prst="rect">
            <a:avLst/>
          </a:prstGeom>
        </p:spPr>
        <p:txBody>
          <a:bodyPr anchorCtr="0" anchor="ctr" bIns="91425" lIns="91425" spcFirstLastPara="1" rIns="91425" wrap="square" tIns="91425"/>
          <a:lstStyle>
            <a:lvl1pPr lvl="0" algn="ctr">
              <a:spcBef>
                <a:spcPts val="0"/>
              </a:spcBef>
              <a:spcAft>
                <a:spcPts val="0"/>
              </a:spcAft>
              <a:buSzPts val="3800"/>
              <a:buNone/>
              <a:defRPr sz="3800"/>
            </a:lvl1pPr>
            <a:lvl2pPr lvl="1" algn="ctr">
              <a:spcBef>
                <a:spcPts val="0"/>
              </a:spcBef>
              <a:spcAft>
                <a:spcPts val="0"/>
              </a:spcAft>
              <a:buSzPts val="3800"/>
              <a:buNone/>
              <a:defRPr sz="3800"/>
            </a:lvl2pPr>
            <a:lvl3pPr lvl="2" algn="ctr">
              <a:spcBef>
                <a:spcPts val="0"/>
              </a:spcBef>
              <a:spcAft>
                <a:spcPts val="0"/>
              </a:spcAft>
              <a:buSzPts val="3800"/>
              <a:buNone/>
              <a:defRPr sz="3800"/>
            </a:lvl3pPr>
            <a:lvl4pPr lvl="3" algn="ctr">
              <a:spcBef>
                <a:spcPts val="0"/>
              </a:spcBef>
              <a:spcAft>
                <a:spcPts val="0"/>
              </a:spcAft>
              <a:buSzPts val="3800"/>
              <a:buNone/>
              <a:defRPr sz="3800"/>
            </a:lvl4pPr>
            <a:lvl5pPr lvl="4" algn="ctr">
              <a:spcBef>
                <a:spcPts val="0"/>
              </a:spcBef>
              <a:spcAft>
                <a:spcPts val="0"/>
              </a:spcAft>
              <a:buSzPts val="3800"/>
              <a:buNone/>
              <a:defRPr sz="3800"/>
            </a:lvl5pPr>
            <a:lvl6pPr lvl="5" algn="ctr">
              <a:spcBef>
                <a:spcPts val="0"/>
              </a:spcBef>
              <a:spcAft>
                <a:spcPts val="0"/>
              </a:spcAft>
              <a:buSzPts val="3800"/>
              <a:buNone/>
              <a:defRPr sz="3800"/>
            </a:lvl6pPr>
            <a:lvl7pPr lvl="6" algn="ctr">
              <a:spcBef>
                <a:spcPts val="0"/>
              </a:spcBef>
              <a:spcAft>
                <a:spcPts val="0"/>
              </a:spcAft>
              <a:buSzPts val="3800"/>
              <a:buNone/>
              <a:defRPr sz="3800"/>
            </a:lvl7pPr>
            <a:lvl8pPr lvl="7" algn="ctr">
              <a:spcBef>
                <a:spcPts val="0"/>
              </a:spcBef>
              <a:spcAft>
                <a:spcPts val="0"/>
              </a:spcAft>
              <a:buSzPts val="3800"/>
              <a:buNone/>
              <a:defRPr sz="3800"/>
            </a:lvl8pPr>
            <a:lvl9pPr lvl="8" algn="ctr">
              <a:spcBef>
                <a:spcPts val="0"/>
              </a:spcBef>
              <a:spcAft>
                <a:spcPts val="0"/>
              </a:spcAft>
              <a:buSzPts val="3800"/>
              <a:buNone/>
              <a:defRPr sz="3800"/>
            </a:lvl9pPr>
          </a:lstStyle>
          <a:p/>
        </p:txBody>
      </p:sp>
      <p:sp>
        <p:nvSpPr>
          <p:cNvPr id="35" name="Google Shape;35;p2"/>
          <p:cNvSpPr txBox="1"/>
          <p:nvPr>
            <p:ph idx="1" type="subTitle"/>
          </p:nvPr>
        </p:nvSpPr>
        <p:spPr>
          <a:xfrm>
            <a:off x="1858700" y="3413158"/>
            <a:ext cx="5361300" cy="522600"/>
          </a:xfrm>
          <a:prstGeom prst="rect">
            <a:avLst/>
          </a:prstGeom>
        </p:spPr>
        <p:txBody>
          <a:bodyPr anchorCtr="0" anchor="t" bIns="91425" lIns="91425" spcFirstLastPara="1" rIns="91425" wrap="square" tIns="91425"/>
          <a:lstStyle>
            <a:lvl1pPr lvl="0" algn="ctr">
              <a:lnSpc>
                <a:spcPct val="100000"/>
              </a:lnSpc>
              <a:spcBef>
                <a:spcPts val="0"/>
              </a:spcBef>
              <a:spcAft>
                <a:spcPts val="0"/>
              </a:spcAft>
              <a:buClr>
                <a:schemeClr val="lt1"/>
              </a:buClr>
              <a:buSzPts val="1600"/>
              <a:buNone/>
              <a:defRPr sz="1600">
                <a:solidFill>
                  <a:schemeClr val="lt1"/>
                </a:solidFill>
              </a:defRPr>
            </a:lvl1pPr>
            <a:lvl2pPr lvl="1" algn="ctr">
              <a:lnSpc>
                <a:spcPct val="100000"/>
              </a:lnSpc>
              <a:spcBef>
                <a:spcPts val="0"/>
              </a:spcBef>
              <a:spcAft>
                <a:spcPts val="0"/>
              </a:spcAft>
              <a:buClr>
                <a:schemeClr val="lt1"/>
              </a:buClr>
              <a:buSzPts val="1600"/>
              <a:buNone/>
              <a:defRPr sz="1600">
                <a:solidFill>
                  <a:schemeClr val="lt1"/>
                </a:solidFill>
              </a:defRPr>
            </a:lvl2pPr>
            <a:lvl3pPr lvl="2" algn="ctr">
              <a:lnSpc>
                <a:spcPct val="100000"/>
              </a:lnSpc>
              <a:spcBef>
                <a:spcPts val="0"/>
              </a:spcBef>
              <a:spcAft>
                <a:spcPts val="0"/>
              </a:spcAft>
              <a:buClr>
                <a:schemeClr val="lt1"/>
              </a:buClr>
              <a:buSzPts val="1600"/>
              <a:buNone/>
              <a:defRPr sz="1600">
                <a:solidFill>
                  <a:schemeClr val="lt1"/>
                </a:solidFill>
              </a:defRPr>
            </a:lvl3pPr>
            <a:lvl4pPr lvl="3" algn="ctr">
              <a:lnSpc>
                <a:spcPct val="100000"/>
              </a:lnSpc>
              <a:spcBef>
                <a:spcPts val="0"/>
              </a:spcBef>
              <a:spcAft>
                <a:spcPts val="0"/>
              </a:spcAft>
              <a:buClr>
                <a:schemeClr val="lt1"/>
              </a:buClr>
              <a:buSzPts val="1600"/>
              <a:buNone/>
              <a:defRPr sz="1600">
                <a:solidFill>
                  <a:schemeClr val="lt1"/>
                </a:solidFill>
              </a:defRPr>
            </a:lvl4pPr>
            <a:lvl5pPr lvl="4" algn="ctr">
              <a:lnSpc>
                <a:spcPct val="100000"/>
              </a:lnSpc>
              <a:spcBef>
                <a:spcPts val="0"/>
              </a:spcBef>
              <a:spcAft>
                <a:spcPts val="0"/>
              </a:spcAft>
              <a:buClr>
                <a:schemeClr val="lt1"/>
              </a:buClr>
              <a:buSzPts val="1600"/>
              <a:buNone/>
              <a:defRPr sz="1600">
                <a:solidFill>
                  <a:schemeClr val="lt1"/>
                </a:solidFill>
              </a:defRPr>
            </a:lvl5pPr>
            <a:lvl6pPr lvl="5" algn="ctr">
              <a:lnSpc>
                <a:spcPct val="100000"/>
              </a:lnSpc>
              <a:spcBef>
                <a:spcPts val="0"/>
              </a:spcBef>
              <a:spcAft>
                <a:spcPts val="0"/>
              </a:spcAft>
              <a:buClr>
                <a:schemeClr val="lt1"/>
              </a:buClr>
              <a:buSzPts val="1600"/>
              <a:buNone/>
              <a:defRPr sz="1600">
                <a:solidFill>
                  <a:schemeClr val="lt1"/>
                </a:solidFill>
              </a:defRPr>
            </a:lvl6pPr>
            <a:lvl7pPr lvl="6" algn="ctr">
              <a:lnSpc>
                <a:spcPct val="100000"/>
              </a:lnSpc>
              <a:spcBef>
                <a:spcPts val="0"/>
              </a:spcBef>
              <a:spcAft>
                <a:spcPts val="0"/>
              </a:spcAft>
              <a:buClr>
                <a:schemeClr val="lt1"/>
              </a:buClr>
              <a:buSzPts val="1600"/>
              <a:buNone/>
              <a:defRPr sz="1600">
                <a:solidFill>
                  <a:schemeClr val="lt1"/>
                </a:solidFill>
              </a:defRPr>
            </a:lvl7pPr>
            <a:lvl8pPr lvl="7" algn="ctr">
              <a:lnSpc>
                <a:spcPct val="100000"/>
              </a:lnSpc>
              <a:spcBef>
                <a:spcPts val="0"/>
              </a:spcBef>
              <a:spcAft>
                <a:spcPts val="0"/>
              </a:spcAft>
              <a:buClr>
                <a:schemeClr val="lt1"/>
              </a:buClr>
              <a:buSzPts val="1600"/>
              <a:buNone/>
              <a:defRPr sz="1600">
                <a:solidFill>
                  <a:schemeClr val="lt1"/>
                </a:solidFill>
              </a:defRPr>
            </a:lvl8pPr>
            <a:lvl9pPr lvl="8" algn="ctr">
              <a:lnSpc>
                <a:spcPct val="100000"/>
              </a:lnSpc>
              <a:spcBef>
                <a:spcPts val="0"/>
              </a:spcBef>
              <a:spcAft>
                <a:spcPts val="0"/>
              </a:spcAft>
              <a:buClr>
                <a:schemeClr val="lt1"/>
              </a:buClr>
              <a:buSzPts val="1600"/>
              <a:buNone/>
              <a:defRPr sz="1600">
                <a:solidFill>
                  <a:schemeClr val="lt1"/>
                </a:solidFill>
              </a:defRPr>
            </a:lvl9pPr>
          </a:lstStyle>
          <a:p/>
        </p:txBody>
      </p:sp>
      <p:sp>
        <p:nvSpPr>
          <p:cNvPr id="36" name="Google Shape;36;p2"/>
          <p:cNvSpPr txBox="1"/>
          <p:nvPr>
            <p:ph idx="12" type="sldNum"/>
          </p:nvPr>
        </p:nvSpPr>
        <p:spPr>
          <a:xfrm>
            <a:off x="8390734" y="4543668"/>
            <a:ext cx="548700" cy="393600"/>
          </a:xfrm>
          <a:prstGeom prst="rect">
            <a:avLst/>
          </a:prstGeom>
        </p:spPr>
        <p:txBody>
          <a:bodyPr anchorCtr="0" anchor="ctr" bIns="91425" lIns="91425" spcFirstLastPara="1" rIns="91425" wrap="square" tIns="91425">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matchingName="Section header" type="secHead">
  <p:cSld name="SECTION_HEADER">
    <p:bg>
      <p:bgPr>
        <a:solidFill>
          <a:schemeClr val="accent3"/>
        </a:solidFill>
      </p:bgPr>
    </p:bg>
    <p:spTree>
      <p:nvGrpSpPr>
        <p:cNvPr id="37" name="Shape 37"/>
        <p:cNvGrpSpPr/>
        <p:nvPr/>
      </p:nvGrpSpPr>
      <p:grpSpPr>
        <a:xfrm>
          <a:off x="0" y="0"/>
          <a:ext cx="0" cy="0"/>
          <a:chOff x="0" y="0"/>
          <a:chExt cx="0" cy="0"/>
        </a:xfrm>
      </p:grpSpPr>
      <p:sp>
        <p:nvSpPr>
          <p:cNvPr id="38" name="Google Shape;38;p3"/>
          <p:cNvSpPr/>
          <p:nvPr/>
        </p:nvSpPr>
        <p:spPr>
          <a:xfrm flipH="1">
            <a:off x="4757100" y="2309400"/>
            <a:ext cx="4386900" cy="2834100"/>
          </a:xfrm>
          <a:prstGeom prst="rtTriangle">
            <a:avLst/>
          </a:pr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nvGrpSpPr>
          <p:cNvPr id="39" name="Google Shape;39;p3"/>
          <p:cNvGrpSpPr/>
          <p:nvPr/>
        </p:nvGrpSpPr>
        <p:grpSpPr>
          <a:xfrm>
            <a:off x="5594191" y="3961115"/>
            <a:ext cx="2910145" cy="1182340"/>
            <a:chOff x="6917201" y="0"/>
            <a:chExt cx="2227777" cy="863400"/>
          </a:xfrm>
        </p:grpSpPr>
        <p:sp>
          <p:nvSpPr>
            <p:cNvPr id="40" name="Google Shape;40;p3"/>
            <p:cNvSpPr/>
            <p:nvPr/>
          </p:nvSpPr>
          <p:spPr>
            <a:xfrm>
              <a:off x="7641677" y="0"/>
              <a:ext cx="1503300" cy="863400"/>
            </a:xfrm>
            <a:prstGeom prst="parallelogram">
              <a:avLst>
                <a:gd fmla="val 158024" name="adj"/>
              </a:avLst>
            </a:pr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1" name="Google Shape;41;p3"/>
            <p:cNvSpPr/>
            <p:nvPr/>
          </p:nvSpPr>
          <p:spPr>
            <a:xfrm>
              <a:off x="7279439" y="0"/>
              <a:ext cx="1503300" cy="863400"/>
            </a:xfrm>
            <a:prstGeom prst="parallelogram">
              <a:avLst>
                <a:gd fmla="val 158024" name="adj"/>
              </a:avLst>
            </a:pr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2" name="Google Shape;42;p3"/>
            <p:cNvSpPr/>
            <p:nvPr/>
          </p:nvSpPr>
          <p:spPr>
            <a:xfrm>
              <a:off x="6917201" y="0"/>
              <a:ext cx="1503300" cy="863400"/>
            </a:xfrm>
            <a:prstGeom prst="parallelogram">
              <a:avLst>
                <a:gd fmla="val 158024" name="adj"/>
              </a:avLst>
            </a:pr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43" name="Google Shape;43;p3"/>
          <p:cNvGrpSpPr/>
          <p:nvPr/>
        </p:nvGrpSpPr>
        <p:grpSpPr>
          <a:xfrm>
            <a:off x="199149" y="2"/>
            <a:ext cx="2795414" cy="1083308"/>
            <a:chOff x="6917201" y="0"/>
            <a:chExt cx="2227777" cy="863400"/>
          </a:xfrm>
        </p:grpSpPr>
        <p:sp>
          <p:nvSpPr>
            <p:cNvPr id="44" name="Google Shape;44;p3"/>
            <p:cNvSpPr/>
            <p:nvPr/>
          </p:nvSpPr>
          <p:spPr>
            <a:xfrm>
              <a:off x="7641677" y="0"/>
              <a:ext cx="1503300" cy="863400"/>
            </a:xfrm>
            <a:prstGeom prst="parallelogram">
              <a:avLst>
                <a:gd fmla="val 158024" name="adj"/>
              </a:avLst>
            </a:pr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5" name="Google Shape;45;p3"/>
            <p:cNvSpPr/>
            <p:nvPr/>
          </p:nvSpPr>
          <p:spPr>
            <a:xfrm>
              <a:off x="7279439" y="0"/>
              <a:ext cx="1503300" cy="863400"/>
            </a:xfrm>
            <a:prstGeom prst="parallelogram">
              <a:avLst>
                <a:gd fmla="val 158024" name="adj"/>
              </a:avLst>
            </a:pr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6" name="Google Shape;46;p3"/>
            <p:cNvSpPr/>
            <p:nvPr/>
          </p:nvSpPr>
          <p:spPr>
            <a:xfrm>
              <a:off x="6917201" y="0"/>
              <a:ext cx="1503300" cy="863400"/>
            </a:xfrm>
            <a:prstGeom prst="parallelogram">
              <a:avLst>
                <a:gd fmla="val 158024" name="adj"/>
              </a:avLst>
            </a:pr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47" name="Google Shape;47;p3"/>
          <p:cNvSpPr txBox="1"/>
          <p:nvPr>
            <p:ph type="title"/>
          </p:nvPr>
        </p:nvSpPr>
        <p:spPr>
          <a:xfrm>
            <a:off x="1888684" y="1746100"/>
            <a:ext cx="5377500" cy="1646100"/>
          </a:xfrm>
          <a:prstGeom prst="rect">
            <a:avLst/>
          </a:prstGeom>
        </p:spPr>
        <p:txBody>
          <a:bodyPr anchorCtr="0" anchor="ctr" bIns="91425" lIns="91425" spcFirstLastPara="1" rIns="91425" wrap="square" tIns="91425"/>
          <a:lstStyle>
            <a:lvl1pPr lvl="0" algn="ctr">
              <a:spcBef>
                <a:spcPts val="0"/>
              </a:spcBef>
              <a:spcAft>
                <a:spcPts val="0"/>
              </a:spcAft>
              <a:buClr>
                <a:schemeClr val="dk2"/>
              </a:buClr>
              <a:buSzPts val="3200"/>
              <a:buNone/>
              <a:defRPr sz="3200">
                <a:solidFill>
                  <a:schemeClr val="dk2"/>
                </a:solidFill>
              </a:defRPr>
            </a:lvl1pPr>
            <a:lvl2pPr lvl="1" algn="ctr">
              <a:spcBef>
                <a:spcPts val="0"/>
              </a:spcBef>
              <a:spcAft>
                <a:spcPts val="0"/>
              </a:spcAft>
              <a:buClr>
                <a:schemeClr val="dk2"/>
              </a:buClr>
              <a:buSzPts val="3200"/>
              <a:buNone/>
              <a:defRPr sz="3200">
                <a:solidFill>
                  <a:schemeClr val="dk2"/>
                </a:solidFill>
              </a:defRPr>
            </a:lvl2pPr>
            <a:lvl3pPr lvl="2" algn="ctr">
              <a:spcBef>
                <a:spcPts val="0"/>
              </a:spcBef>
              <a:spcAft>
                <a:spcPts val="0"/>
              </a:spcAft>
              <a:buClr>
                <a:schemeClr val="dk2"/>
              </a:buClr>
              <a:buSzPts val="3200"/>
              <a:buNone/>
              <a:defRPr sz="3200">
                <a:solidFill>
                  <a:schemeClr val="dk2"/>
                </a:solidFill>
              </a:defRPr>
            </a:lvl3pPr>
            <a:lvl4pPr lvl="3" algn="ctr">
              <a:spcBef>
                <a:spcPts val="0"/>
              </a:spcBef>
              <a:spcAft>
                <a:spcPts val="0"/>
              </a:spcAft>
              <a:buClr>
                <a:schemeClr val="dk2"/>
              </a:buClr>
              <a:buSzPts val="3200"/>
              <a:buNone/>
              <a:defRPr sz="3200">
                <a:solidFill>
                  <a:schemeClr val="dk2"/>
                </a:solidFill>
              </a:defRPr>
            </a:lvl4pPr>
            <a:lvl5pPr lvl="4" algn="ctr">
              <a:spcBef>
                <a:spcPts val="0"/>
              </a:spcBef>
              <a:spcAft>
                <a:spcPts val="0"/>
              </a:spcAft>
              <a:buClr>
                <a:schemeClr val="dk2"/>
              </a:buClr>
              <a:buSzPts val="3200"/>
              <a:buNone/>
              <a:defRPr sz="3200">
                <a:solidFill>
                  <a:schemeClr val="dk2"/>
                </a:solidFill>
              </a:defRPr>
            </a:lvl5pPr>
            <a:lvl6pPr lvl="5" algn="ctr">
              <a:spcBef>
                <a:spcPts val="0"/>
              </a:spcBef>
              <a:spcAft>
                <a:spcPts val="0"/>
              </a:spcAft>
              <a:buClr>
                <a:schemeClr val="dk2"/>
              </a:buClr>
              <a:buSzPts val="3200"/>
              <a:buNone/>
              <a:defRPr sz="3200">
                <a:solidFill>
                  <a:schemeClr val="dk2"/>
                </a:solidFill>
              </a:defRPr>
            </a:lvl6pPr>
            <a:lvl7pPr lvl="6" algn="ctr">
              <a:spcBef>
                <a:spcPts val="0"/>
              </a:spcBef>
              <a:spcAft>
                <a:spcPts val="0"/>
              </a:spcAft>
              <a:buClr>
                <a:schemeClr val="dk2"/>
              </a:buClr>
              <a:buSzPts val="3200"/>
              <a:buNone/>
              <a:defRPr sz="3200">
                <a:solidFill>
                  <a:schemeClr val="dk2"/>
                </a:solidFill>
              </a:defRPr>
            </a:lvl7pPr>
            <a:lvl8pPr lvl="7" algn="ctr">
              <a:spcBef>
                <a:spcPts val="0"/>
              </a:spcBef>
              <a:spcAft>
                <a:spcPts val="0"/>
              </a:spcAft>
              <a:buClr>
                <a:schemeClr val="dk2"/>
              </a:buClr>
              <a:buSzPts val="3200"/>
              <a:buNone/>
              <a:defRPr sz="3200">
                <a:solidFill>
                  <a:schemeClr val="dk2"/>
                </a:solidFill>
              </a:defRPr>
            </a:lvl8pPr>
            <a:lvl9pPr lvl="8" algn="ctr">
              <a:spcBef>
                <a:spcPts val="0"/>
              </a:spcBef>
              <a:spcAft>
                <a:spcPts val="0"/>
              </a:spcAft>
              <a:buClr>
                <a:schemeClr val="dk2"/>
              </a:buClr>
              <a:buSzPts val="3200"/>
              <a:buNone/>
              <a:defRPr sz="3200">
                <a:solidFill>
                  <a:schemeClr val="dk2"/>
                </a:solidFill>
              </a:defRPr>
            </a:lvl9pPr>
          </a:lstStyle>
          <a:p/>
        </p:txBody>
      </p:sp>
      <p:sp>
        <p:nvSpPr>
          <p:cNvPr id="48" name="Google Shape;48;p3"/>
          <p:cNvSpPr txBox="1"/>
          <p:nvPr>
            <p:ph idx="12" type="sldNum"/>
          </p:nvPr>
        </p:nvSpPr>
        <p:spPr>
          <a:xfrm>
            <a:off x="8390734" y="4543668"/>
            <a:ext cx="548700" cy="393600"/>
          </a:xfrm>
          <a:prstGeom prst="rect">
            <a:avLst/>
          </a:prstGeom>
        </p:spPr>
        <p:txBody>
          <a:bodyPr anchorCtr="0" anchor="ctr" bIns="91425" lIns="91425" spcFirstLastPara="1" rIns="91425" wrap="square" tIns="91425">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matchingName="Title and body" type="tx">
  <p:cSld name="TITLE_AND_BODY">
    <p:bg>
      <p:bgPr>
        <a:solidFill>
          <a:schemeClr val="dk2"/>
        </a:solidFill>
      </p:bgPr>
    </p:bg>
    <p:spTree>
      <p:nvGrpSpPr>
        <p:cNvPr id="49" name="Shape 49"/>
        <p:cNvGrpSpPr/>
        <p:nvPr/>
      </p:nvGrpSpPr>
      <p:grpSpPr>
        <a:xfrm>
          <a:off x="0" y="0"/>
          <a:ext cx="0" cy="0"/>
          <a:chOff x="0" y="0"/>
          <a:chExt cx="0" cy="0"/>
        </a:xfrm>
      </p:grpSpPr>
      <p:sp>
        <p:nvSpPr>
          <p:cNvPr id="50" name="Google Shape;50;p4"/>
          <p:cNvSpPr/>
          <p:nvPr/>
        </p:nvSpPr>
        <p:spPr>
          <a:xfrm flipH="1">
            <a:off x="3582600" y="1550700"/>
            <a:ext cx="5561400" cy="3592800"/>
          </a:xfrm>
          <a:prstGeom prst="rtTriangle">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1" name="Google Shape;51;p4"/>
          <p:cNvSpPr/>
          <p:nvPr/>
        </p:nvSpPr>
        <p:spPr>
          <a:xfrm>
            <a:off x="31" y="2824500"/>
            <a:ext cx="7370400" cy="2319000"/>
          </a:xfrm>
          <a:prstGeom prst="rtTriangle">
            <a:avLst/>
          </a:pr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2" name="Google Shape;52;p4"/>
          <p:cNvSpPr/>
          <p:nvPr/>
        </p:nvSpPr>
        <p:spPr>
          <a:xfrm>
            <a:off x="203225" y="206250"/>
            <a:ext cx="8737500" cy="4731000"/>
          </a:xfrm>
          <a:prstGeom prst="rect">
            <a:avLst/>
          </a:prstGeom>
          <a:solidFill>
            <a:schemeClr val="dk1"/>
          </a:solidFill>
          <a:ln>
            <a:noFill/>
          </a:ln>
          <a:effectLst>
            <a:outerShdw blurRad="228600" sx="101000" rotWithShape="0" algn="ctr" sy="101000">
              <a:srgbClr val="000000">
                <a:alpha val="40000"/>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3" name="Google Shape;53;p4"/>
          <p:cNvSpPr txBox="1"/>
          <p:nvPr>
            <p:ph type="title"/>
          </p:nvPr>
        </p:nvSpPr>
        <p:spPr>
          <a:xfrm>
            <a:off x="819150" y="845600"/>
            <a:ext cx="7505700" cy="954600"/>
          </a:xfrm>
          <a:prstGeom prst="rect">
            <a:avLst/>
          </a:prstGeom>
        </p:spPr>
        <p:txBody>
          <a:bodyPr anchorCtr="0" anchor="t" bIns="91425" lIns="91425" spcFirstLastPara="1" rIns="91425" wrap="square" tIns="91425"/>
          <a:lstStyle>
            <a:lvl1pPr lvl="0">
              <a:spcBef>
                <a:spcPts val="0"/>
              </a:spcBef>
              <a:spcAft>
                <a:spcPts val="0"/>
              </a:spcAft>
              <a:buSzPts val="3000"/>
              <a:buNone/>
              <a:defRPr sz="3000"/>
            </a:lvl1pPr>
            <a:lvl2pPr lvl="1">
              <a:spcBef>
                <a:spcPts val="0"/>
              </a:spcBef>
              <a:spcAft>
                <a:spcPts val="0"/>
              </a:spcAft>
              <a:buSzPts val="3000"/>
              <a:buNone/>
              <a:defRPr sz="3000"/>
            </a:lvl2pPr>
            <a:lvl3pPr lvl="2">
              <a:spcBef>
                <a:spcPts val="0"/>
              </a:spcBef>
              <a:spcAft>
                <a:spcPts val="0"/>
              </a:spcAft>
              <a:buSzPts val="3000"/>
              <a:buNone/>
              <a:defRPr sz="3000"/>
            </a:lvl3pPr>
            <a:lvl4pPr lvl="3">
              <a:spcBef>
                <a:spcPts val="0"/>
              </a:spcBef>
              <a:spcAft>
                <a:spcPts val="0"/>
              </a:spcAft>
              <a:buSzPts val="3000"/>
              <a:buNone/>
              <a:defRPr sz="3000"/>
            </a:lvl4pPr>
            <a:lvl5pPr lvl="4">
              <a:spcBef>
                <a:spcPts val="0"/>
              </a:spcBef>
              <a:spcAft>
                <a:spcPts val="0"/>
              </a:spcAft>
              <a:buSzPts val="3000"/>
              <a:buNone/>
              <a:defRPr sz="3000"/>
            </a:lvl5pPr>
            <a:lvl6pPr lvl="5">
              <a:spcBef>
                <a:spcPts val="0"/>
              </a:spcBef>
              <a:spcAft>
                <a:spcPts val="0"/>
              </a:spcAft>
              <a:buSzPts val="3000"/>
              <a:buNone/>
              <a:defRPr sz="3000"/>
            </a:lvl6pPr>
            <a:lvl7pPr lvl="6">
              <a:spcBef>
                <a:spcPts val="0"/>
              </a:spcBef>
              <a:spcAft>
                <a:spcPts val="0"/>
              </a:spcAft>
              <a:buSzPts val="3000"/>
              <a:buNone/>
              <a:defRPr sz="3000"/>
            </a:lvl7pPr>
            <a:lvl8pPr lvl="7">
              <a:spcBef>
                <a:spcPts val="0"/>
              </a:spcBef>
              <a:spcAft>
                <a:spcPts val="0"/>
              </a:spcAft>
              <a:buSzPts val="3000"/>
              <a:buNone/>
              <a:defRPr sz="3000"/>
            </a:lvl8pPr>
            <a:lvl9pPr lvl="8">
              <a:spcBef>
                <a:spcPts val="0"/>
              </a:spcBef>
              <a:spcAft>
                <a:spcPts val="0"/>
              </a:spcAft>
              <a:buSzPts val="3000"/>
              <a:buNone/>
              <a:defRPr sz="3000"/>
            </a:lvl9pPr>
          </a:lstStyle>
          <a:p/>
        </p:txBody>
      </p:sp>
      <p:sp>
        <p:nvSpPr>
          <p:cNvPr id="54" name="Google Shape;54;p4"/>
          <p:cNvSpPr txBox="1"/>
          <p:nvPr>
            <p:ph idx="1" type="body"/>
          </p:nvPr>
        </p:nvSpPr>
        <p:spPr>
          <a:xfrm>
            <a:off x="819150" y="1990725"/>
            <a:ext cx="7505700" cy="2448000"/>
          </a:xfrm>
          <a:prstGeom prst="rect">
            <a:avLst/>
          </a:prstGeom>
        </p:spPr>
        <p:txBody>
          <a:bodyPr anchorCtr="0" anchor="t" bIns="91425" lIns="91425" spcFirstLastPara="1" rIns="91425" wrap="square" tIns="91425"/>
          <a:lstStyle>
            <a:lvl1pPr indent="-311150" lvl="0" marL="457200">
              <a:spcBef>
                <a:spcPts val="0"/>
              </a:spcBef>
              <a:spcAft>
                <a:spcPts val="0"/>
              </a:spcAft>
              <a:buSzPts val="1300"/>
              <a:buChar char="●"/>
              <a:defRPr/>
            </a:lvl1pPr>
            <a:lvl2pPr indent="-298450" lvl="1" marL="914400">
              <a:spcBef>
                <a:spcPts val="1600"/>
              </a:spcBef>
              <a:spcAft>
                <a:spcPts val="0"/>
              </a:spcAft>
              <a:buSzPts val="1100"/>
              <a:buChar char="○"/>
              <a:defRPr/>
            </a:lvl2pPr>
            <a:lvl3pPr indent="-298450" lvl="2" marL="1371600">
              <a:spcBef>
                <a:spcPts val="1600"/>
              </a:spcBef>
              <a:spcAft>
                <a:spcPts val="0"/>
              </a:spcAft>
              <a:buSzPts val="1100"/>
              <a:buChar char="■"/>
              <a:defRPr/>
            </a:lvl3pPr>
            <a:lvl4pPr indent="-298450" lvl="3" marL="1828800">
              <a:spcBef>
                <a:spcPts val="1600"/>
              </a:spcBef>
              <a:spcAft>
                <a:spcPts val="0"/>
              </a:spcAft>
              <a:buSzPts val="1100"/>
              <a:buChar char="●"/>
              <a:defRPr/>
            </a:lvl4pPr>
            <a:lvl5pPr indent="-298450" lvl="4" marL="2286000">
              <a:spcBef>
                <a:spcPts val="1600"/>
              </a:spcBef>
              <a:spcAft>
                <a:spcPts val="0"/>
              </a:spcAft>
              <a:buSzPts val="1100"/>
              <a:buChar char="○"/>
              <a:defRPr/>
            </a:lvl5pPr>
            <a:lvl6pPr indent="-298450" lvl="5" marL="2743200">
              <a:spcBef>
                <a:spcPts val="1600"/>
              </a:spcBef>
              <a:spcAft>
                <a:spcPts val="0"/>
              </a:spcAft>
              <a:buSzPts val="1100"/>
              <a:buChar char="■"/>
              <a:defRPr/>
            </a:lvl6pPr>
            <a:lvl7pPr indent="-298450" lvl="6" marL="3200400">
              <a:spcBef>
                <a:spcPts val="1600"/>
              </a:spcBef>
              <a:spcAft>
                <a:spcPts val="0"/>
              </a:spcAft>
              <a:buSzPts val="1100"/>
              <a:buChar char="●"/>
              <a:defRPr/>
            </a:lvl7pPr>
            <a:lvl8pPr indent="-298450" lvl="7" marL="3657600">
              <a:spcBef>
                <a:spcPts val="1600"/>
              </a:spcBef>
              <a:spcAft>
                <a:spcPts val="0"/>
              </a:spcAft>
              <a:buSzPts val="1100"/>
              <a:buChar char="○"/>
              <a:defRPr/>
            </a:lvl8pPr>
            <a:lvl9pPr indent="-298450" lvl="8" marL="4114800">
              <a:spcBef>
                <a:spcPts val="1600"/>
              </a:spcBef>
              <a:spcAft>
                <a:spcPts val="1600"/>
              </a:spcAft>
              <a:buSzPts val="1100"/>
              <a:buChar char="■"/>
              <a:defRPr/>
            </a:lvl9pPr>
          </a:lstStyle>
          <a:p/>
        </p:txBody>
      </p:sp>
      <p:sp>
        <p:nvSpPr>
          <p:cNvPr id="55" name="Google Shape;55;p4"/>
          <p:cNvSpPr txBox="1"/>
          <p:nvPr>
            <p:ph idx="12" type="sldNum"/>
          </p:nvPr>
        </p:nvSpPr>
        <p:spPr>
          <a:xfrm>
            <a:off x="8390734" y="4543668"/>
            <a:ext cx="548700" cy="393600"/>
          </a:xfrm>
          <a:prstGeom prst="rect">
            <a:avLst/>
          </a:prstGeom>
        </p:spPr>
        <p:txBody>
          <a:bodyPr anchorCtr="0" anchor="ctr" bIns="91425" lIns="91425" spcFirstLastPara="1" rIns="91425" wrap="square" tIns="91425">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matchingName="Title and two columns" type="twoColTx">
  <p:cSld name="TITLE_AND_TWO_COLUMNS">
    <p:bg>
      <p:bgPr>
        <a:solidFill>
          <a:schemeClr val="dk2"/>
        </a:solidFill>
      </p:bgPr>
    </p:bg>
    <p:spTree>
      <p:nvGrpSpPr>
        <p:cNvPr id="56" name="Shape 56"/>
        <p:cNvGrpSpPr/>
        <p:nvPr/>
      </p:nvGrpSpPr>
      <p:grpSpPr>
        <a:xfrm>
          <a:off x="0" y="0"/>
          <a:ext cx="0" cy="0"/>
          <a:chOff x="0" y="0"/>
          <a:chExt cx="0" cy="0"/>
        </a:xfrm>
      </p:grpSpPr>
      <p:sp>
        <p:nvSpPr>
          <p:cNvPr id="57" name="Google Shape;57;p5"/>
          <p:cNvSpPr/>
          <p:nvPr/>
        </p:nvSpPr>
        <p:spPr>
          <a:xfrm flipH="1">
            <a:off x="3582600" y="1550700"/>
            <a:ext cx="5561400" cy="3592800"/>
          </a:xfrm>
          <a:prstGeom prst="rtTriangle">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8" name="Google Shape;58;p5"/>
          <p:cNvSpPr/>
          <p:nvPr/>
        </p:nvSpPr>
        <p:spPr>
          <a:xfrm>
            <a:off x="31" y="2824500"/>
            <a:ext cx="7370400" cy="2319000"/>
          </a:xfrm>
          <a:prstGeom prst="rtTriangle">
            <a:avLst/>
          </a:pr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9" name="Google Shape;59;p5"/>
          <p:cNvSpPr/>
          <p:nvPr/>
        </p:nvSpPr>
        <p:spPr>
          <a:xfrm>
            <a:off x="203225" y="206250"/>
            <a:ext cx="8737500" cy="4731000"/>
          </a:xfrm>
          <a:prstGeom prst="rect">
            <a:avLst/>
          </a:prstGeom>
          <a:solidFill>
            <a:schemeClr val="dk1"/>
          </a:solidFill>
          <a:ln>
            <a:noFill/>
          </a:ln>
          <a:effectLst>
            <a:outerShdw blurRad="228600" sx="101000" rotWithShape="0" algn="ctr" sy="101000">
              <a:srgbClr val="000000">
                <a:alpha val="40000"/>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0" name="Google Shape;60;p5"/>
          <p:cNvSpPr txBox="1"/>
          <p:nvPr>
            <p:ph type="title"/>
          </p:nvPr>
        </p:nvSpPr>
        <p:spPr>
          <a:xfrm>
            <a:off x="819150" y="845600"/>
            <a:ext cx="7505700" cy="954600"/>
          </a:xfrm>
          <a:prstGeom prst="rect">
            <a:avLst/>
          </a:prstGeom>
        </p:spPr>
        <p:txBody>
          <a:bodyPr anchorCtr="0" anchor="t" bIns="91425" lIns="91425" spcFirstLastPara="1" rIns="91425" wrap="square" tIns="91425"/>
          <a:lstStyle>
            <a:lvl1pPr lvl="0">
              <a:spcBef>
                <a:spcPts val="0"/>
              </a:spcBef>
              <a:spcAft>
                <a:spcPts val="0"/>
              </a:spcAft>
              <a:buSzPts val="3000"/>
              <a:buNone/>
              <a:defRPr sz="3000"/>
            </a:lvl1pPr>
            <a:lvl2pPr lvl="1">
              <a:spcBef>
                <a:spcPts val="0"/>
              </a:spcBef>
              <a:spcAft>
                <a:spcPts val="0"/>
              </a:spcAft>
              <a:buSzPts val="3000"/>
              <a:buNone/>
              <a:defRPr sz="3000"/>
            </a:lvl2pPr>
            <a:lvl3pPr lvl="2">
              <a:spcBef>
                <a:spcPts val="0"/>
              </a:spcBef>
              <a:spcAft>
                <a:spcPts val="0"/>
              </a:spcAft>
              <a:buSzPts val="3000"/>
              <a:buNone/>
              <a:defRPr sz="3000"/>
            </a:lvl3pPr>
            <a:lvl4pPr lvl="3">
              <a:spcBef>
                <a:spcPts val="0"/>
              </a:spcBef>
              <a:spcAft>
                <a:spcPts val="0"/>
              </a:spcAft>
              <a:buSzPts val="3000"/>
              <a:buNone/>
              <a:defRPr sz="3000"/>
            </a:lvl4pPr>
            <a:lvl5pPr lvl="4">
              <a:spcBef>
                <a:spcPts val="0"/>
              </a:spcBef>
              <a:spcAft>
                <a:spcPts val="0"/>
              </a:spcAft>
              <a:buSzPts val="3000"/>
              <a:buNone/>
              <a:defRPr sz="3000"/>
            </a:lvl5pPr>
            <a:lvl6pPr lvl="5">
              <a:spcBef>
                <a:spcPts val="0"/>
              </a:spcBef>
              <a:spcAft>
                <a:spcPts val="0"/>
              </a:spcAft>
              <a:buSzPts val="3000"/>
              <a:buNone/>
              <a:defRPr sz="3000"/>
            </a:lvl6pPr>
            <a:lvl7pPr lvl="6">
              <a:spcBef>
                <a:spcPts val="0"/>
              </a:spcBef>
              <a:spcAft>
                <a:spcPts val="0"/>
              </a:spcAft>
              <a:buSzPts val="3000"/>
              <a:buNone/>
              <a:defRPr sz="3000"/>
            </a:lvl7pPr>
            <a:lvl8pPr lvl="7">
              <a:spcBef>
                <a:spcPts val="0"/>
              </a:spcBef>
              <a:spcAft>
                <a:spcPts val="0"/>
              </a:spcAft>
              <a:buSzPts val="3000"/>
              <a:buNone/>
              <a:defRPr sz="3000"/>
            </a:lvl8pPr>
            <a:lvl9pPr lvl="8">
              <a:spcBef>
                <a:spcPts val="0"/>
              </a:spcBef>
              <a:spcAft>
                <a:spcPts val="0"/>
              </a:spcAft>
              <a:buSzPts val="3000"/>
              <a:buNone/>
              <a:defRPr sz="3000"/>
            </a:lvl9pPr>
          </a:lstStyle>
          <a:p/>
        </p:txBody>
      </p:sp>
      <p:sp>
        <p:nvSpPr>
          <p:cNvPr id="61" name="Google Shape;61;p5"/>
          <p:cNvSpPr txBox="1"/>
          <p:nvPr>
            <p:ph idx="1" type="body"/>
          </p:nvPr>
        </p:nvSpPr>
        <p:spPr>
          <a:xfrm>
            <a:off x="819150" y="1990725"/>
            <a:ext cx="3686100" cy="2448000"/>
          </a:xfrm>
          <a:prstGeom prst="rect">
            <a:avLst/>
          </a:prstGeom>
        </p:spPr>
        <p:txBody>
          <a:bodyPr anchorCtr="0" anchor="t" bIns="91425" lIns="91425" spcFirstLastPara="1" rIns="91425" wrap="square" tIns="91425"/>
          <a:lstStyle>
            <a:lvl1pPr indent="-311150" lvl="0" marL="457200">
              <a:spcBef>
                <a:spcPts val="0"/>
              </a:spcBef>
              <a:spcAft>
                <a:spcPts val="0"/>
              </a:spcAft>
              <a:buSzPts val="1300"/>
              <a:buChar char="●"/>
              <a:defRPr/>
            </a:lvl1pPr>
            <a:lvl2pPr indent="-298450" lvl="1" marL="914400">
              <a:spcBef>
                <a:spcPts val="1600"/>
              </a:spcBef>
              <a:spcAft>
                <a:spcPts val="0"/>
              </a:spcAft>
              <a:buSzPts val="1100"/>
              <a:buChar char="○"/>
              <a:defRPr/>
            </a:lvl2pPr>
            <a:lvl3pPr indent="-298450" lvl="2" marL="1371600">
              <a:spcBef>
                <a:spcPts val="1600"/>
              </a:spcBef>
              <a:spcAft>
                <a:spcPts val="0"/>
              </a:spcAft>
              <a:buSzPts val="1100"/>
              <a:buChar char="■"/>
              <a:defRPr/>
            </a:lvl3pPr>
            <a:lvl4pPr indent="-298450" lvl="3" marL="1828800">
              <a:spcBef>
                <a:spcPts val="1600"/>
              </a:spcBef>
              <a:spcAft>
                <a:spcPts val="0"/>
              </a:spcAft>
              <a:buSzPts val="1100"/>
              <a:buChar char="●"/>
              <a:defRPr/>
            </a:lvl4pPr>
            <a:lvl5pPr indent="-298450" lvl="4" marL="2286000">
              <a:spcBef>
                <a:spcPts val="1600"/>
              </a:spcBef>
              <a:spcAft>
                <a:spcPts val="0"/>
              </a:spcAft>
              <a:buSzPts val="1100"/>
              <a:buChar char="○"/>
              <a:defRPr/>
            </a:lvl5pPr>
            <a:lvl6pPr indent="-298450" lvl="5" marL="2743200">
              <a:spcBef>
                <a:spcPts val="1600"/>
              </a:spcBef>
              <a:spcAft>
                <a:spcPts val="0"/>
              </a:spcAft>
              <a:buSzPts val="1100"/>
              <a:buChar char="■"/>
              <a:defRPr/>
            </a:lvl6pPr>
            <a:lvl7pPr indent="-298450" lvl="6" marL="3200400">
              <a:spcBef>
                <a:spcPts val="1600"/>
              </a:spcBef>
              <a:spcAft>
                <a:spcPts val="0"/>
              </a:spcAft>
              <a:buSzPts val="1100"/>
              <a:buChar char="●"/>
              <a:defRPr/>
            </a:lvl7pPr>
            <a:lvl8pPr indent="-298450" lvl="7" marL="3657600">
              <a:spcBef>
                <a:spcPts val="1600"/>
              </a:spcBef>
              <a:spcAft>
                <a:spcPts val="0"/>
              </a:spcAft>
              <a:buSzPts val="1100"/>
              <a:buChar char="○"/>
              <a:defRPr/>
            </a:lvl8pPr>
            <a:lvl9pPr indent="-298450" lvl="8" marL="4114800">
              <a:spcBef>
                <a:spcPts val="1600"/>
              </a:spcBef>
              <a:spcAft>
                <a:spcPts val="1600"/>
              </a:spcAft>
              <a:buSzPts val="1100"/>
              <a:buChar char="■"/>
              <a:defRPr/>
            </a:lvl9pPr>
          </a:lstStyle>
          <a:p/>
        </p:txBody>
      </p:sp>
      <p:sp>
        <p:nvSpPr>
          <p:cNvPr id="62" name="Google Shape;62;p5"/>
          <p:cNvSpPr txBox="1"/>
          <p:nvPr>
            <p:ph idx="2" type="body"/>
          </p:nvPr>
        </p:nvSpPr>
        <p:spPr>
          <a:xfrm>
            <a:off x="4638675" y="1990725"/>
            <a:ext cx="3686100" cy="2448000"/>
          </a:xfrm>
          <a:prstGeom prst="rect">
            <a:avLst/>
          </a:prstGeom>
        </p:spPr>
        <p:txBody>
          <a:bodyPr anchorCtr="0" anchor="t" bIns="91425" lIns="91425" spcFirstLastPara="1" rIns="91425" wrap="square" tIns="91425"/>
          <a:lstStyle>
            <a:lvl1pPr indent="-311150" lvl="0" marL="457200">
              <a:spcBef>
                <a:spcPts val="0"/>
              </a:spcBef>
              <a:spcAft>
                <a:spcPts val="0"/>
              </a:spcAft>
              <a:buSzPts val="1300"/>
              <a:buChar char="●"/>
              <a:defRPr/>
            </a:lvl1pPr>
            <a:lvl2pPr indent="-298450" lvl="1" marL="914400">
              <a:spcBef>
                <a:spcPts val="1600"/>
              </a:spcBef>
              <a:spcAft>
                <a:spcPts val="0"/>
              </a:spcAft>
              <a:buSzPts val="1100"/>
              <a:buChar char="○"/>
              <a:defRPr/>
            </a:lvl2pPr>
            <a:lvl3pPr indent="-298450" lvl="2" marL="1371600">
              <a:spcBef>
                <a:spcPts val="1600"/>
              </a:spcBef>
              <a:spcAft>
                <a:spcPts val="0"/>
              </a:spcAft>
              <a:buSzPts val="1100"/>
              <a:buChar char="■"/>
              <a:defRPr/>
            </a:lvl3pPr>
            <a:lvl4pPr indent="-298450" lvl="3" marL="1828800">
              <a:spcBef>
                <a:spcPts val="1600"/>
              </a:spcBef>
              <a:spcAft>
                <a:spcPts val="0"/>
              </a:spcAft>
              <a:buSzPts val="1100"/>
              <a:buChar char="●"/>
              <a:defRPr/>
            </a:lvl4pPr>
            <a:lvl5pPr indent="-298450" lvl="4" marL="2286000">
              <a:spcBef>
                <a:spcPts val="1600"/>
              </a:spcBef>
              <a:spcAft>
                <a:spcPts val="0"/>
              </a:spcAft>
              <a:buSzPts val="1100"/>
              <a:buChar char="○"/>
              <a:defRPr/>
            </a:lvl5pPr>
            <a:lvl6pPr indent="-298450" lvl="5" marL="2743200">
              <a:spcBef>
                <a:spcPts val="1600"/>
              </a:spcBef>
              <a:spcAft>
                <a:spcPts val="0"/>
              </a:spcAft>
              <a:buSzPts val="1100"/>
              <a:buChar char="■"/>
              <a:defRPr/>
            </a:lvl6pPr>
            <a:lvl7pPr indent="-298450" lvl="6" marL="3200400">
              <a:spcBef>
                <a:spcPts val="1600"/>
              </a:spcBef>
              <a:spcAft>
                <a:spcPts val="0"/>
              </a:spcAft>
              <a:buSzPts val="1100"/>
              <a:buChar char="●"/>
              <a:defRPr/>
            </a:lvl7pPr>
            <a:lvl8pPr indent="-298450" lvl="7" marL="3657600">
              <a:spcBef>
                <a:spcPts val="1600"/>
              </a:spcBef>
              <a:spcAft>
                <a:spcPts val="0"/>
              </a:spcAft>
              <a:buSzPts val="1100"/>
              <a:buChar char="○"/>
              <a:defRPr/>
            </a:lvl8pPr>
            <a:lvl9pPr indent="-298450" lvl="8" marL="4114800">
              <a:spcBef>
                <a:spcPts val="1600"/>
              </a:spcBef>
              <a:spcAft>
                <a:spcPts val="1600"/>
              </a:spcAft>
              <a:buSzPts val="1100"/>
              <a:buChar char="■"/>
              <a:defRPr/>
            </a:lvl9pPr>
          </a:lstStyle>
          <a:p/>
        </p:txBody>
      </p:sp>
      <p:sp>
        <p:nvSpPr>
          <p:cNvPr id="63" name="Google Shape;63;p5"/>
          <p:cNvSpPr txBox="1"/>
          <p:nvPr>
            <p:ph idx="12" type="sldNum"/>
          </p:nvPr>
        </p:nvSpPr>
        <p:spPr>
          <a:xfrm>
            <a:off x="8390734" y="4543668"/>
            <a:ext cx="548700" cy="393600"/>
          </a:xfrm>
          <a:prstGeom prst="rect">
            <a:avLst/>
          </a:prstGeom>
        </p:spPr>
        <p:txBody>
          <a:bodyPr anchorCtr="0" anchor="ctr" bIns="91425" lIns="91425" spcFirstLastPara="1" rIns="91425" wrap="square" tIns="91425">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matchingName="Title only" type="titleOnly">
  <p:cSld name="TITLE_ONLY">
    <p:bg>
      <p:bgPr>
        <a:solidFill>
          <a:schemeClr val="dk2"/>
        </a:solidFill>
      </p:bgPr>
    </p:bg>
    <p:spTree>
      <p:nvGrpSpPr>
        <p:cNvPr id="64" name="Shape 64"/>
        <p:cNvGrpSpPr/>
        <p:nvPr/>
      </p:nvGrpSpPr>
      <p:grpSpPr>
        <a:xfrm>
          <a:off x="0" y="0"/>
          <a:ext cx="0" cy="0"/>
          <a:chOff x="0" y="0"/>
          <a:chExt cx="0" cy="0"/>
        </a:xfrm>
      </p:grpSpPr>
      <p:sp>
        <p:nvSpPr>
          <p:cNvPr id="65" name="Google Shape;65;p6"/>
          <p:cNvSpPr/>
          <p:nvPr/>
        </p:nvSpPr>
        <p:spPr>
          <a:xfrm flipH="1">
            <a:off x="3582600" y="1550700"/>
            <a:ext cx="5561400" cy="3592800"/>
          </a:xfrm>
          <a:prstGeom prst="rtTriangle">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6" name="Google Shape;66;p6"/>
          <p:cNvSpPr/>
          <p:nvPr/>
        </p:nvSpPr>
        <p:spPr>
          <a:xfrm>
            <a:off x="31" y="2824500"/>
            <a:ext cx="7370400" cy="2319000"/>
          </a:xfrm>
          <a:prstGeom prst="rtTriangle">
            <a:avLst/>
          </a:pr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7" name="Google Shape;67;p6"/>
          <p:cNvSpPr/>
          <p:nvPr/>
        </p:nvSpPr>
        <p:spPr>
          <a:xfrm>
            <a:off x="203225" y="206250"/>
            <a:ext cx="8737500" cy="4731000"/>
          </a:xfrm>
          <a:prstGeom prst="rect">
            <a:avLst/>
          </a:prstGeom>
          <a:solidFill>
            <a:schemeClr val="dk1"/>
          </a:solidFill>
          <a:ln>
            <a:noFill/>
          </a:ln>
          <a:effectLst>
            <a:outerShdw blurRad="228600" sx="101000" rotWithShape="0" algn="ctr" sy="101000">
              <a:srgbClr val="000000">
                <a:alpha val="40000"/>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8" name="Google Shape;68;p6"/>
          <p:cNvSpPr txBox="1"/>
          <p:nvPr>
            <p:ph type="title"/>
          </p:nvPr>
        </p:nvSpPr>
        <p:spPr>
          <a:xfrm>
            <a:off x="819150" y="845600"/>
            <a:ext cx="7505700" cy="954600"/>
          </a:xfrm>
          <a:prstGeom prst="rect">
            <a:avLst/>
          </a:prstGeom>
        </p:spPr>
        <p:txBody>
          <a:bodyPr anchorCtr="0" anchor="t" bIns="91425" lIns="91425" spcFirstLastPara="1" rIns="91425" wrap="square" tIns="91425"/>
          <a:lstStyle>
            <a:lvl1pPr lvl="0">
              <a:spcBef>
                <a:spcPts val="0"/>
              </a:spcBef>
              <a:spcAft>
                <a:spcPts val="0"/>
              </a:spcAft>
              <a:buSzPts val="3000"/>
              <a:buNone/>
              <a:defRPr sz="3000"/>
            </a:lvl1pPr>
            <a:lvl2pPr lvl="1">
              <a:spcBef>
                <a:spcPts val="0"/>
              </a:spcBef>
              <a:spcAft>
                <a:spcPts val="0"/>
              </a:spcAft>
              <a:buSzPts val="3000"/>
              <a:buNone/>
              <a:defRPr sz="3000"/>
            </a:lvl2pPr>
            <a:lvl3pPr lvl="2">
              <a:spcBef>
                <a:spcPts val="0"/>
              </a:spcBef>
              <a:spcAft>
                <a:spcPts val="0"/>
              </a:spcAft>
              <a:buSzPts val="3000"/>
              <a:buNone/>
              <a:defRPr sz="3000"/>
            </a:lvl3pPr>
            <a:lvl4pPr lvl="3">
              <a:spcBef>
                <a:spcPts val="0"/>
              </a:spcBef>
              <a:spcAft>
                <a:spcPts val="0"/>
              </a:spcAft>
              <a:buSzPts val="3000"/>
              <a:buNone/>
              <a:defRPr sz="3000"/>
            </a:lvl4pPr>
            <a:lvl5pPr lvl="4">
              <a:spcBef>
                <a:spcPts val="0"/>
              </a:spcBef>
              <a:spcAft>
                <a:spcPts val="0"/>
              </a:spcAft>
              <a:buSzPts val="3000"/>
              <a:buNone/>
              <a:defRPr sz="3000"/>
            </a:lvl5pPr>
            <a:lvl6pPr lvl="5">
              <a:spcBef>
                <a:spcPts val="0"/>
              </a:spcBef>
              <a:spcAft>
                <a:spcPts val="0"/>
              </a:spcAft>
              <a:buSzPts val="3000"/>
              <a:buNone/>
              <a:defRPr sz="3000"/>
            </a:lvl6pPr>
            <a:lvl7pPr lvl="6">
              <a:spcBef>
                <a:spcPts val="0"/>
              </a:spcBef>
              <a:spcAft>
                <a:spcPts val="0"/>
              </a:spcAft>
              <a:buSzPts val="3000"/>
              <a:buNone/>
              <a:defRPr sz="3000"/>
            </a:lvl7pPr>
            <a:lvl8pPr lvl="7">
              <a:spcBef>
                <a:spcPts val="0"/>
              </a:spcBef>
              <a:spcAft>
                <a:spcPts val="0"/>
              </a:spcAft>
              <a:buSzPts val="3000"/>
              <a:buNone/>
              <a:defRPr sz="3000"/>
            </a:lvl8pPr>
            <a:lvl9pPr lvl="8">
              <a:spcBef>
                <a:spcPts val="0"/>
              </a:spcBef>
              <a:spcAft>
                <a:spcPts val="0"/>
              </a:spcAft>
              <a:buSzPts val="3000"/>
              <a:buNone/>
              <a:defRPr sz="3000"/>
            </a:lvl9pPr>
          </a:lstStyle>
          <a:p/>
        </p:txBody>
      </p:sp>
      <p:sp>
        <p:nvSpPr>
          <p:cNvPr id="69" name="Google Shape;69;p6"/>
          <p:cNvSpPr txBox="1"/>
          <p:nvPr>
            <p:ph idx="12" type="sldNum"/>
          </p:nvPr>
        </p:nvSpPr>
        <p:spPr>
          <a:xfrm>
            <a:off x="8390734" y="4543668"/>
            <a:ext cx="548700" cy="393600"/>
          </a:xfrm>
          <a:prstGeom prst="rect">
            <a:avLst/>
          </a:prstGeom>
        </p:spPr>
        <p:txBody>
          <a:bodyPr anchorCtr="0" anchor="ctr" bIns="91425" lIns="91425" spcFirstLastPara="1" rIns="91425" wrap="square" tIns="91425">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matchingName="One column text">
  <p:cSld name="ONE_COLUMN_TEXT">
    <p:bg>
      <p:bgPr>
        <a:solidFill>
          <a:schemeClr val="accent3"/>
        </a:solidFill>
      </p:bgPr>
    </p:bg>
    <p:spTree>
      <p:nvGrpSpPr>
        <p:cNvPr id="70" name="Shape 70"/>
        <p:cNvGrpSpPr/>
        <p:nvPr/>
      </p:nvGrpSpPr>
      <p:grpSpPr>
        <a:xfrm>
          <a:off x="0" y="0"/>
          <a:ext cx="0" cy="0"/>
          <a:chOff x="0" y="0"/>
          <a:chExt cx="0" cy="0"/>
        </a:xfrm>
      </p:grpSpPr>
      <p:sp>
        <p:nvSpPr>
          <p:cNvPr id="71" name="Google Shape;71;p7"/>
          <p:cNvSpPr/>
          <p:nvPr/>
        </p:nvSpPr>
        <p:spPr>
          <a:xfrm flipH="1">
            <a:off x="3582600" y="1550700"/>
            <a:ext cx="5561400" cy="3592800"/>
          </a:xfrm>
          <a:prstGeom prst="rtTriangle">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2" name="Google Shape;72;p7"/>
          <p:cNvSpPr/>
          <p:nvPr/>
        </p:nvSpPr>
        <p:spPr>
          <a:xfrm>
            <a:off x="31" y="2824500"/>
            <a:ext cx="7370400" cy="2319000"/>
          </a:xfrm>
          <a:prstGeom prst="rtTriangle">
            <a:avLst/>
          </a:pr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3" name="Google Shape;73;p7"/>
          <p:cNvSpPr/>
          <p:nvPr/>
        </p:nvSpPr>
        <p:spPr>
          <a:xfrm>
            <a:off x="203225" y="206250"/>
            <a:ext cx="8737500" cy="4731000"/>
          </a:xfrm>
          <a:prstGeom prst="rect">
            <a:avLst/>
          </a:prstGeom>
          <a:solidFill>
            <a:schemeClr val="dk1"/>
          </a:solidFill>
          <a:ln>
            <a:noFill/>
          </a:ln>
          <a:effectLst>
            <a:outerShdw blurRad="228600" sx="101000" rotWithShape="0" algn="ctr" sy="101000">
              <a:srgbClr val="000000">
                <a:alpha val="40000"/>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4" name="Google Shape;74;p7"/>
          <p:cNvSpPr txBox="1"/>
          <p:nvPr>
            <p:ph type="title"/>
          </p:nvPr>
        </p:nvSpPr>
        <p:spPr>
          <a:xfrm>
            <a:off x="819150" y="845600"/>
            <a:ext cx="3709200" cy="1383000"/>
          </a:xfrm>
          <a:prstGeom prst="rect">
            <a:avLst/>
          </a:prstGeom>
        </p:spPr>
        <p:txBody>
          <a:bodyPr anchorCtr="0" anchor="t" bIns="91425" lIns="91425" spcFirstLastPara="1" rIns="91425" wrap="square" tIns="91425"/>
          <a:lstStyle>
            <a:lvl1pPr lvl="0">
              <a:spcBef>
                <a:spcPts val="0"/>
              </a:spcBef>
              <a:spcAft>
                <a:spcPts val="0"/>
              </a:spcAft>
              <a:buSzPts val="3000"/>
              <a:buNone/>
              <a:defRPr sz="3000"/>
            </a:lvl1pPr>
            <a:lvl2pPr lvl="1">
              <a:spcBef>
                <a:spcPts val="0"/>
              </a:spcBef>
              <a:spcAft>
                <a:spcPts val="0"/>
              </a:spcAft>
              <a:buSzPts val="3000"/>
              <a:buNone/>
              <a:defRPr sz="3000"/>
            </a:lvl2pPr>
            <a:lvl3pPr lvl="2">
              <a:spcBef>
                <a:spcPts val="0"/>
              </a:spcBef>
              <a:spcAft>
                <a:spcPts val="0"/>
              </a:spcAft>
              <a:buSzPts val="3000"/>
              <a:buNone/>
              <a:defRPr sz="3000"/>
            </a:lvl3pPr>
            <a:lvl4pPr lvl="3">
              <a:spcBef>
                <a:spcPts val="0"/>
              </a:spcBef>
              <a:spcAft>
                <a:spcPts val="0"/>
              </a:spcAft>
              <a:buSzPts val="3000"/>
              <a:buNone/>
              <a:defRPr sz="3000"/>
            </a:lvl4pPr>
            <a:lvl5pPr lvl="4">
              <a:spcBef>
                <a:spcPts val="0"/>
              </a:spcBef>
              <a:spcAft>
                <a:spcPts val="0"/>
              </a:spcAft>
              <a:buSzPts val="3000"/>
              <a:buNone/>
              <a:defRPr sz="3000"/>
            </a:lvl5pPr>
            <a:lvl6pPr lvl="5">
              <a:spcBef>
                <a:spcPts val="0"/>
              </a:spcBef>
              <a:spcAft>
                <a:spcPts val="0"/>
              </a:spcAft>
              <a:buSzPts val="3000"/>
              <a:buNone/>
              <a:defRPr sz="3000"/>
            </a:lvl6pPr>
            <a:lvl7pPr lvl="6">
              <a:spcBef>
                <a:spcPts val="0"/>
              </a:spcBef>
              <a:spcAft>
                <a:spcPts val="0"/>
              </a:spcAft>
              <a:buSzPts val="3000"/>
              <a:buNone/>
              <a:defRPr sz="3000"/>
            </a:lvl7pPr>
            <a:lvl8pPr lvl="7">
              <a:spcBef>
                <a:spcPts val="0"/>
              </a:spcBef>
              <a:spcAft>
                <a:spcPts val="0"/>
              </a:spcAft>
              <a:buSzPts val="3000"/>
              <a:buNone/>
              <a:defRPr sz="3000"/>
            </a:lvl8pPr>
            <a:lvl9pPr lvl="8">
              <a:spcBef>
                <a:spcPts val="0"/>
              </a:spcBef>
              <a:spcAft>
                <a:spcPts val="0"/>
              </a:spcAft>
              <a:buSzPts val="3000"/>
              <a:buNone/>
              <a:defRPr sz="3000"/>
            </a:lvl9pPr>
          </a:lstStyle>
          <a:p/>
        </p:txBody>
      </p:sp>
      <p:sp>
        <p:nvSpPr>
          <p:cNvPr id="75" name="Google Shape;75;p7"/>
          <p:cNvSpPr txBox="1"/>
          <p:nvPr>
            <p:ph idx="1" type="body"/>
          </p:nvPr>
        </p:nvSpPr>
        <p:spPr>
          <a:xfrm>
            <a:off x="830700" y="2319050"/>
            <a:ext cx="3709200" cy="2119800"/>
          </a:xfrm>
          <a:prstGeom prst="rect">
            <a:avLst/>
          </a:prstGeom>
        </p:spPr>
        <p:txBody>
          <a:bodyPr anchorCtr="0" anchor="t" bIns="91425" lIns="91425" spcFirstLastPara="1" rIns="91425" wrap="square" tIns="91425"/>
          <a:lstStyle>
            <a:lvl1pPr indent="-311150" lvl="0" marL="457200">
              <a:spcBef>
                <a:spcPts val="0"/>
              </a:spcBef>
              <a:spcAft>
                <a:spcPts val="0"/>
              </a:spcAft>
              <a:buSzPts val="1300"/>
              <a:buChar char="●"/>
              <a:defRPr/>
            </a:lvl1pPr>
            <a:lvl2pPr indent="-298450" lvl="1" marL="914400">
              <a:spcBef>
                <a:spcPts val="1600"/>
              </a:spcBef>
              <a:spcAft>
                <a:spcPts val="0"/>
              </a:spcAft>
              <a:buSzPts val="1100"/>
              <a:buChar char="○"/>
              <a:defRPr/>
            </a:lvl2pPr>
            <a:lvl3pPr indent="-298450" lvl="2" marL="1371600">
              <a:spcBef>
                <a:spcPts val="1600"/>
              </a:spcBef>
              <a:spcAft>
                <a:spcPts val="0"/>
              </a:spcAft>
              <a:buSzPts val="1100"/>
              <a:buChar char="■"/>
              <a:defRPr/>
            </a:lvl3pPr>
            <a:lvl4pPr indent="-298450" lvl="3" marL="1828800">
              <a:spcBef>
                <a:spcPts val="1600"/>
              </a:spcBef>
              <a:spcAft>
                <a:spcPts val="0"/>
              </a:spcAft>
              <a:buSzPts val="1100"/>
              <a:buChar char="●"/>
              <a:defRPr/>
            </a:lvl4pPr>
            <a:lvl5pPr indent="-298450" lvl="4" marL="2286000">
              <a:spcBef>
                <a:spcPts val="1600"/>
              </a:spcBef>
              <a:spcAft>
                <a:spcPts val="0"/>
              </a:spcAft>
              <a:buSzPts val="1100"/>
              <a:buChar char="○"/>
              <a:defRPr/>
            </a:lvl5pPr>
            <a:lvl6pPr indent="-298450" lvl="5" marL="2743200">
              <a:spcBef>
                <a:spcPts val="1600"/>
              </a:spcBef>
              <a:spcAft>
                <a:spcPts val="0"/>
              </a:spcAft>
              <a:buSzPts val="1100"/>
              <a:buChar char="■"/>
              <a:defRPr/>
            </a:lvl6pPr>
            <a:lvl7pPr indent="-298450" lvl="6" marL="3200400">
              <a:spcBef>
                <a:spcPts val="1600"/>
              </a:spcBef>
              <a:spcAft>
                <a:spcPts val="0"/>
              </a:spcAft>
              <a:buSzPts val="1100"/>
              <a:buChar char="●"/>
              <a:defRPr/>
            </a:lvl7pPr>
            <a:lvl8pPr indent="-298450" lvl="7" marL="3657600">
              <a:spcBef>
                <a:spcPts val="1600"/>
              </a:spcBef>
              <a:spcAft>
                <a:spcPts val="0"/>
              </a:spcAft>
              <a:buSzPts val="1100"/>
              <a:buChar char="○"/>
              <a:defRPr/>
            </a:lvl8pPr>
            <a:lvl9pPr indent="-298450" lvl="8" marL="4114800">
              <a:spcBef>
                <a:spcPts val="1600"/>
              </a:spcBef>
              <a:spcAft>
                <a:spcPts val="1600"/>
              </a:spcAft>
              <a:buSzPts val="1100"/>
              <a:buChar char="■"/>
              <a:defRPr/>
            </a:lvl9pPr>
          </a:lstStyle>
          <a:p/>
        </p:txBody>
      </p:sp>
      <p:sp>
        <p:nvSpPr>
          <p:cNvPr id="76" name="Google Shape;76;p7"/>
          <p:cNvSpPr txBox="1"/>
          <p:nvPr>
            <p:ph idx="12" type="sldNum"/>
          </p:nvPr>
        </p:nvSpPr>
        <p:spPr>
          <a:xfrm>
            <a:off x="8390734" y="4543668"/>
            <a:ext cx="548700" cy="393600"/>
          </a:xfrm>
          <a:prstGeom prst="rect">
            <a:avLst/>
          </a:prstGeom>
        </p:spPr>
        <p:txBody>
          <a:bodyPr anchorCtr="0" anchor="ctr" bIns="91425" lIns="91425" spcFirstLastPara="1" rIns="91425" wrap="square" tIns="91425">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matchingName="Main point">
  <p:cSld name="MAIN_POINT">
    <p:bg>
      <p:bgPr>
        <a:solidFill>
          <a:schemeClr val="accent1"/>
        </a:solidFill>
      </p:bgPr>
    </p:bg>
    <p:spTree>
      <p:nvGrpSpPr>
        <p:cNvPr id="77" name="Shape 77"/>
        <p:cNvGrpSpPr/>
        <p:nvPr/>
      </p:nvGrpSpPr>
      <p:grpSpPr>
        <a:xfrm>
          <a:off x="0" y="0"/>
          <a:ext cx="0" cy="0"/>
          <a:chOff x="0" y="0"/>
          <a:chExt cx="0" cy="0"/>
        </a:xfrm>
      </p:grpSpPr>
      <p:sp>
        <p:nvSpPr>
          <p:cNvPr id="78" name="Google Shape;78;p8"/>
          <p:cNvSpPr/>
          <p:nvPr/>
        </p:nvSpPr>
        <p:spPr>
          <a:xfrm>
            <a:off x="0" y="2823144"/>
            <a:ext cx="7369200" cy="2316900"/>
          </a:xfrm>
          <a:prstGeom prst="rtTriangle">
            <a:avLst/>
          </a:prstGeom>
          <a:solidFill>
            <a:schemeClr val="accent6"/>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9" name="Google Shape;79;p8"/>
          <p:cNvSpPr/>
          <p:nvPr/>
        </p:nvSpPr>
        <p:spPr>
          <a:xfrm flipH="1">
            <a:off x="3583210" y="1554113"/>
            <a:ext cx="5560500" cy="3589500"/>
          </a:xfrm>
          <a:prstGeom prst="rtTriangle">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nvGrpSpPr>
          <p:cNvPr id="80" name="Google Shape;80;p8"/>
          <p:cNvGrpSpPr/>
          <p:nvPr/>
        </p:nvGrpSpPr>
        <p:grpSpPr>
          <a:xfrm>
            <a:off x="255991" y="-118"/>
            <a:ext cx="2251347" cy="1043408"/>
            <a:chOff x="3961956" y="4383950"/>
            <a:chExt cx="1160548" cy="548700"/>
          </a:xfrm>
        </p:grpSpPr>
        <p:sp>
          <p:nvSpPr>
            <p:cNvPr id="81" name="Google Shape;81;p8"/>
            <p:cNvSpPr/>
            <p:nvPr/>
          </p:nvSpPr>
          <p:spPr>
            <a:xfrm>
              <a:off x="4224904" y="4383950"/>
              <a:ext cx="897600" cy="548700"/>
            </a:xfrm>
            <a:prstGeom prst="parallelogram">
              <a:avLst>
                <a:gd fmla="val 153193" name="adj"/>
              </a:avLst>
            </a:pr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2" name="Google Shape;82;p8"/>
            <p:cNvSpPr/>
            <p:nvPr/>
          </p:nvSpPr>
          <p:spPr>
            <a:xfrm>
              <a:off x="4093430" y="4383950"/>
              <a:ext cx="897600" cy="548700"/>
            </a:xfrm>
            <a:prstGeom prst="parallelogram">
              <a:avLst>
                <a:gd fmla="val 153193" name="adj"/>
              </a:avLst>
            </a:pr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3" name="Google Shape;83;p8"/>
            <p:cNvSpPr/>
            <p:nvPr/>
          </p:nvSpPr>
          <p:spPr>
            <a:xfrm>
              <a:off x="3961956" y="4383950"/>
              <a:ext cx="897600" cy="548700"/>
            </a:xfrm>
            <a:prstGeom prst="parallelogram">
              <a:avLst>
                <a:gd fmla="val 153193" name="adj"/>
              </a:avLst>
            </a:pr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84" name="Google Shape;84;p8"/>
          <p:cNvSpPr/>
          <p:nvPr/>
        </p:nvSpPr>
        <p:spPr>
          <a:xfrm>
            <a:off x="203225" y="206250"/>
            <a:ext cx="8737500" cy="4731000"/>
          </a:xfrm>
          <a:prstGeom prst="rect">
            <a:avLst/>
          </a:prstGeom>
          <a:solidFill>
            <a:schemeClr val="dk1"/>
          </a:solidFill>
          <a:ln>
            <a:noFill/>
          </a:ln>
          <a:effectLst>
            <a:outerShdw blurRad="228600" sx="101000" rotWithShape="0" algn="ctr" sy="101000">
              <a:srgbClr val="000000">
                <a:alpha val="40000"/>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nvGrpSpPr>
          <p:cNvPr id="85" name="Google Shape;85;p8"/>
          <p:cNvGrpSpPr/>
          <p:nvPr/>
        </p:nvGrpSpPr>
        <p:grpSpPr>
          <a:xfrm>
            <a:off x="34934" y="4522125"/>
            <a:ext cx="1593306" cy="617072"/>
            <a:chOff x="6917201" y="0"/>
            <a:chExt cx="2227777" cy="863400"/>
          </a:xfrm>
        </p:grpSpPr>
        <p:sp>
          <p:nvSpPr>
            <p:cNvPr id="86" name="Google Shape;86;p8"/>
            <p:cNvSpPr/>
            <p:nvPr/>
          </p:nvSpPr>
          <p:spPr>
            <a:xfrm>
              <a:off x="7641677" y="0"/>
              <a:ext cx="1503300" cy="863400"/>
            </a:xfrm>
            <a:prstGeom prst="parallelogram">
              <a:avLst>
                <a:gd fmla="val 158024" name="adj"/>
              </a:avLst>
            </a:prstGeom>
            <a:solidFill>
              <a:schemeClr val="accent6"/>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7" name="Google Shape;87;p8"/>
            <p:cNvSpPr/>
            <p:nvPr/>
          </p:nvSpPr>
          <p:spPr>
            <a:xfrm>
              <a:off x="7279439" y="0"/>
              <a:ext cx="1503300" cy="863400"/>
            </a:xfrm>
            <a:prstGeom prst="parallelogram">
              <a:avLst>
                <a:gd fmla="val 158024" name="adj"/>
              </a:avLst>
            </a:prstGeom>
            <a:solidFill>
              <a:schemeClr val="accent6"/>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8" name="Google Shape;88;p8"/>
            <p:cNvSpPr/>
            <p:nvPr/>
          </p:nvSpPr>
          <p:spPr>
            <a:xfrm>
              <a:off x="6917201" y="0"/>
              <a:ext cx="1503300" cy="863400"/>
            </a:xfrm>
            <a:prstGeom prst="parallelogram">
              <a:avLst>
                <a:gd fmla="val 158024" name="adj"/>
              </a:avLst>
            </a:prstGeom>
            <a:solidFill>
              <a:schemeClr val="accent6"/>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89" name="Google Shape;89;p8"/>
          <p:cNvGrpSpPr/>
          <p:nvPr/>
        </p:nvGrpSpPr>
        <p:grpSpPr>
          <a:xfrm>
            <a:off x="5886353" y="1243"/>
            <a:ext cx="3257455" cy="1261514"/>
            <a:chOff x="6917201" y="0"/>
            <a:chExt cx="2227777" cy="863400"/>
          </a:xfrm>
        </p:grpSpPr>
        <p:sp>
          <p:nvSpPr>
            <p:cNvPr id="90" name="Google Shape;90;p8"/>
            <p:cNvSpPr/>
            <p:nvPr/>
          </p:nvSpPr>
          <p:spPr>
            <a:xfrm>
              <a:off x="7641677" y="0"/>
              <a:ext cx="1503300" cy="863400"/>
            </a:xfrm>
            <a:prstGeom prst="parallelogram">
              <a:avLst>
                <a:gd fmla="val 158024" name="adj"/>
              </a:avLst>
            </a:pr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1" name="Google Shape;91;p8"/>
            <p:cNvSpPr/>
            <p:nvPr/>
          </p:nvSpPr>
          <p:spPr>
            <a:xfrm>
              <a:off x="7279439" y="0"/>
              <a:ext cx="1503300" cy="863400"/>
            </a:xfrm>
            <a:prstGeom prst="parallelogram">
              <a:avLst>
                <a:gd fmla="val 158024" name="adj"/>
              </a:avLst>
            </a:pr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2" name="Google Shape;92;p8"/>
            <p:cNvSpPr/>
            <p:nvPr/>
          </p:nvSpPr>
          <p:spPr>
            <a:xfrm>
              <a:off x="6917201" y="0"/>
              <a:ext cx="1503300" cy="863400"/>
            </a:xfrm>
            <a:prstGeom prst="parallelogram">
              <a:avLst>
                <a:gd fmla="val 158024" name="adj"/>
              </a:avLst>
            </a:pr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93" name="Google Shape;93;p8"/>
          <p:cNvSpPr txBox="1"/>
          <p:nvPr>
            <p:ph type="title"/>
          </p:nvPr>
        </p:nvSpPr>
        <p:spPr>
          <a:xfrm>
            <a:off x="1393929" y="1301146"/>
            <a:ext cx="6366900" cy="2539200"/>
          </a:xfrm>
          <a:prstGeom prst="rect">
            <a:avLst/>
          </a:prstGeom>
        </p:spPr>
        <p:txBody>
          <a:bodyPr anchorCtr="0" anchor="ctr" bIns="91425" lIns="91425" spcFirstLastPara="1" rIns="91425" wrap="square" tIns="91425"/>
          <a:lstStyle>
            <a:lvl1pPr lvl="0" algn="ctr">
              <a:spcBef>
                <a:spcPts val="0"/>
              </a:spcBef>
              <a:spcAft>
                <a:spcPts val="0"/>
              </a:spcAft>
              <a:buSzPts val="3200"/>
              <a:buNone/>
              <a:defRPr sz="3200"/>
            </a:lvl1pPr>
            <a:lvl2pPr lvl="1" algn="ctr">
              <a:spcBef>
                <a:spcPts val="0"/>
              </a:spcBef>
              <a:spcAft>
                <a:spcPts val="0"/>
              </a:spcAft>
              <a:buSzPts val="3200"/>
              <a:buNone/>
              <a:defRPr sz="3200"/>
            </a:lvl2pPr>
            <a:lvl3pPr lvl="2" algn="ctr">
              <a:spcBef>
                <a:spcPts val="0"/>
              </a:spcBef>
              <a:spcAft>
                <a:spcPts val="0"/>
              </a:spcAft>
              <a:buSzPts val="3200"/>
              <a:buNone/>
              <a:defRPr sz="3200"/>
            </a:lvl3pPr>
            <a:lvl4pPr lvl="3" algn="ctr">
              <a:spcBef>
                <a:spcPts val="0"/>
              </a:spcBef>
              <a:spcAft>
                <a:spcPts val="0"/>
              </a:spcAft>
              <a:buSzPts val="3200"/>
              <a:buNone/>
              <a:defRPr sz="3200"/>
            </a:lvl4pPr>
            <a:lvl5pPr lvl="4" algn="ctr">
              <a:spcBef>
                <a:spcPts val="0"/>
              </a:spcBef>
              <a:spcAft>
                <a:spcPts val="0"/>
              </a:spcAft>
              <a:buSzPts val="3200"/>
              <a:buNone/>
              <a:defRPr sz="3200"/>
            </a:lvl5pPr>
            <a:lvl6pPr lvl="5" algn="ctr">
              <a:spcBef>
                <a:spcPts val="0"/>
              </a:spcBef>
              <a:spcAft>
                <a:spcPts val="0"/>
              </a:spcAft>
              <a:buSzPts val="3200"/>
              <a:buNone/>
              <a:defRPr sz="3200"/>
            </a:lvl6pPr>
            <a:lvl7pPr lvl="6" algn="ctr">
              <a:spcBef>
                <a:spcPts val="0"/>
              </a:spcBef>
              <a:spcAft>
                <a:spcPts val="0"/>
              </a:spcAft>
              <a:buSzPts val="3200"/>
              <a:buNone/>
              <a:defRPr sz="3200"/>
            </a:lvl7pPr>
            <a:lvl8pPr lvl="7" algn="ctr">
              <a:spcBef>
                <a:spcPts val="0"/>
              </a:spcBef>
              <a:spcAft>
                <a:spcPts val="0"/>
              </a:spcAft>
              <a:buSzPts val="3200"/>
              <a:buNone/>
              <a:defRPr sz="3200"/>
            </a:lvl8pPr>
            <a:lvl9pPr lvl="8" algn="ctr">
              <a:spcBef>
                <a:spcPts val="0"/>
              </a:spcBef>
              <a:spcAft>
                <a:spcPts val="0"/>
              </a:spcAft>
              <a:buSzPts val="3200"/>
              <a:buNone/>
              <a:defRPr sz="3200"/>
            </a:lvl9pPr>
          </a:lstStyle>
          <a:p/>
        </p:txBody>
      </p:sp>
      <p:sp>
        <p:nvSpPr>
          <p:cNvPr id="94" name="Google Shape;94;p8"/>
          <p:cNvSpPr txBox="1"/>
          <p:nvPr>
            <p:ph idx="12" type="sldNum"/>
          </p:nvPr>
        </p:nvSpPr>
        <p:spPr>
          <a:xfrm>
            <a:off x="8390734" y="4543668"/>
            <a:ext cx="548700" cy="393600"/>
          </a:xfrm>
          <a:prstGeom prst="rect">
            <a:avLst/>
          </a:prstGeom>
        </p:spPr>
        <p:txBody>
          <a:bodyPr anchorCtr="0" anchor="ctr" bIns="91425" lIns="91425" spcFirstLastPara="1" rIns="91425" wrap="square" tIns="91425">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matchingName="Section title and description">
  <p:cSld name="SECTION_TITLE_AND_DESCRIPTION">
    <p:bg>
      <p:bgPr>
        <a:solidFill>
          <a:schemeClr val="dk2"/>
        </a:solidFill>
      </p:bgPr>
    </p:bg>
    <p:spTree>
      <p:nvGrpSpPr>
        <p:cNvPr id="95" name="Shape 95"/>
        <p:cNvGrpSpPr/>
        <p:nvPr/>
      </p:nvGrpSpPr>
      <p:grpSpPr>
        <a:xfrm>
          <a:off x="0" y="0"/>
          <a:ext cx="0" cy="0"/>
          <a:chOff x="0" y="0"/>
          <a:chExt cx="0" cy="0"/>
        </a:xfrm>
      </p:grpSpPr>
      <p:sp>
        <p:nvSpPr>
          <p:cNvPr id="96" name="Google Shape;96;p9"/>
          <p:cNvSpPr/>
          <p:nvPr/>
        </p:nvSpPr>
        <p:spPr>
          <a:xfrm flipH="1">
            <a:off x="3582600" y="1550700"/>
            <a:ext cx="5561400" cy="3592800"/>
          </a:xfrm>
          <a:prstGeom prst="rtTriangle">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7" name="Google Shape;97;p9"/>
          <p:cNvSpPr/>
          <p:nvPr/>
        </p:nvSpPr>
        <p:spPr>
          <a:xfrm>
            <a:off x="31" y="2824500"/>
            <a:ext cx="7370400" cy="2319000"/>
          </a:xfrm>
          <a:prstGeom prst="rtTriangle">
            <a:avLst/>
          </a:pr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8" name="Google Shape;98;p9"/>
          <p:cNvSpPr/>
          <p:nvPr/>
        </p:nvSpPr>
        <p:spPr>
          <a:xfrm>
            <a:off x="203225" y="206250"/>
            <a:ext cx="8737500" cy="4731000"/>
          </a:xfrm>
          <a:prstGeom prst="rect">
            <a:avLst/>
          </a:prstGeom>
          <a:solidFill>
            <a:schemeClr val="dk1"/>
          </a:solidFill>
          <a:ln>
            <a:noFill/>
          </a:ln>
          <a:effectLst>
            <a:outerShdw blurRad="228600" sx="101000" rotWithShape="0" algn="ctr" sy="101000">
              <a:srgbClr val="000000">
                <a:alpha val="40000"/>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9" name="Google Shape;99;p9"/>
          <p:cNvSpPr txBox="1"/>
          <p:nvPr>
            <p:ph type="title"/>
          </p:nvPr>
        </p:nvSpPr>
        <p:spPr>
          <a:xfrm>
            <a:off x="819150" y="845600"/>
            <a:ext cx="6424200" cy="705000"/>
          </a:xfrm>
          <a:prstGeom prst="rect">
            <a:avLst/>
          </a:prstGeom>
        </p:spPr>
        <p:txBody>
          <a:bodyPr anchorCtr="0" anchor="t" bIns="91425" lIns="91425" spcFirstLastPara="1" rIns="91425" wrap="square" tIns="91425"/>
          <a:lstStyle>
            <a:lvl1pPr lvl="0">
              <a:spcBef>
                <a:spcPts val="0"/>
              </a:spcBef>
              <a:spcAft>
                <a:spcPts val="0"/>
              </a:spcAft>
              <a:buSzPts val="3000"/>
              <a:buNone/>
              <a:defRPr sz="3000"/>
            </a:lvl1pPr>
            <a:lvl2pPr lvl="1">
              <a:spcBef>
                <a:spcPts val="0"/>
              </a:spcBef>
              <a:spcAft>
                <a:spcPts val="0"/>
              </a:spcAft>
              <a:buSzPts val="3000"/>
              <a:buNone/>
              <a:defRPr sz="3000"/>
            </a:lvl2pPr>
            <a:lvl3pPr lvl="2">
              <a:spcBef>
                <a:spcPts val="0"/>
              </a:spcBef>
              <a:spcAft>
                <a:spcPts val="0"/>
              </a:spcAft>
              <a:buSzPts val="3000"/>
              <a:buNone/>
              <a:defRPr sz="3000"/>
            </a:lvl3pPr>
            <a:lvl4pPr lvl="3">
              <a:spcBef>
                <a:spcPts val="0"/>
              </a:spcBef>
              <a:spcAft>
                <a:spcPts val="0"/>
              </a:spcAft>
              <a:buSzPts val="3000"/>
              <a:buNone/>
              <a:defRPr sz="3000"/>
            </a:lvl4pPr>
            <a:lvl5pPr lvl="4">
              <a:spcBef>
                <a:spcPts val="0"/>
              </a:spcBef>
              <a:spcAft>
                <a:spcPts val="0"/>
              </a:spcAft>
              <a:buSzPts val="3000"/>
              <a:buNone/>
              <a:defRPr sz="3000"/>
            </a:lvl5pPr>
            <a:lvl6pPr lvl="5">
              <a:spcBef>
                <a:spcPts val="0"/>
              </a:spcBef>
              <a:spcAft>
                <a:spcPts val="0"/>
              </a:spcAft>
              <a:buSzPts val="3000"/>
              <a:buNone/>
              <a:defRPr sz="3000"/>
            </a:lvl6pPr>
            <a:lvl7pPr lvl="6">
              <a:spcBef>
                <a:spcPts val="0"/>
              </a:spcBef>
              <a:spcAft>
                <a:spcPts val="0"/>
              </a:spcAft>
              <a:buSzPts val="3000"/>
              <a:buNone/>
              <a:defRPr sz="3000"/>
            </a:lvl7pPr>
            <a:lvl8pPr lvl="7">
              <a:spcBef>
                <a:spcPts val="0"/>
              </a:spcBef>
              <a:spcAft>
                <a:spcPts val="0"/>
              </a:spcAft>
              <a:buSzPts val="3000"/>
              <a:buNone/>
              <a:defRPr sz="3000"/>
            </a:lvl8pPr>
            <a:lvl9pPr lvl="8">
              <a:spcBef>
                <a:spcPts val="0"/>
              </a:spcBef>
              <a:spcAft>
                <a:spcPts val="0"/>
              </a:spcAft>
              <a:buSzPts val="3000"/>
              <a:buNone/>
              <a:defRPr sz="3000"/>
            </a:lvl9pPr>
          </a:lstStyle>
          <a:p/>
        </p:txBody>
      </p:sp>
      <p:sp>
        <p:nvSpPr>
          <p:cNvPr id="100" name="Google Shape;100;p9"/>
          <p:cNvSpPr txBox="1"/>
          <p:nvPr>
            <p:ph idx="1" type="subTitle"/>
          </p:nvPr>
        </p:nvSpPr>
        <p:spPr>
          <a:xfrm>
            <a:off x="819150" y="1550700"/>
            <a:ext cx="5859900" cy="393600"/>
          </a:xfrm>
          <a:prstGeom prst="rect">
            <a:avLst/>
          </a:prstGeom>
        </p:spPr>
        <p:txBody>
          <a:bodyPr anchorCtr="0" anchor="t" bIns="91425" lIns="91425" spcFirstLastPara="1" rIns="91425" wrap="square" tIns="91425"/>
          <a:lstStyle>
            <a:lvl1pPr lvl="0">
              <a:lnSpc>
                <a:spcPct val="100000"/>
              </a:lnSpc>
              <a:spcBef>
                <a:spcPts val="0"/>
              </a:spcBef>
              <a:spcAft>
                <a:spcPts val="0"/>
              </a:spcAft>
              <a:buClr>
                <a:schemeClr val="lt1"/>
              </a:buClr>
              <a:buSzPts val="1600"/>
              <a:buNone/>
              <a:defRPr sz="1600">
                <a:solidFill>
                  <a:schemeClr val="lt1"/>
                </a:solidFill>
              </a:defRPr>
            </a:lvl1pPr>
            <a:lvl2pPr lvl="1">
              <a:lnSpc>
                <a:spcPct val="100000"/>
              </a:lnSpc>
              <a:spcBef>
                <a:spcPts val="0"/>
              </a:spcBef>
              <a:spcAft>
                <a:spcPts val="0"/>
              </a:spcAft>
              <a:buClr>
                <a:schemeClr val="lt1"/>
              </a:buClr>
              <a:buSzPts val="1600"/>
              <a:buNone/>
              <a:defRPr sz="1600">
                <a:solidFill>
                  <a:schemeClr val="lt1"/>
                </a:solidFill>
              </a:defRPr>
            </a:lvl2pPr>
            <a:lvl3pPr lvl="2">
              <a:lnSpc>
                <a:spcPct val="100000"/>
              </a:lnSpc>
              <a:spcBef>
                <a:spcPts val="0"/>
              </a:spcBef>
              <a:spcAft>
                <a:spcPts val="0"/>
              </a:spcAft>
              <a:buClr>
                <a:schemeClr val="lt1"/>
              </a:buClr>
              <a:buSzPts val="1600"/>
              <a:buNone/>
              <a:defRPr sz="1600">
                <a:solidFill>
                  <a:schemeClr val="lt1"/>
                </a:solidFill>
              </a:defRPr>
            </a:lvl3pPr>
            <a:lvl4pPr lvl="3">
              <a:lnSpc>
                <a:spcPct val="100000"/>
              </a:lnSpc>
              <a:spcBef>
                <a:spcPts val="0"/>
              </a:spcBef>
              <a:spcAft>
                <a:spcPts val="0"/>
              </a:spcAft>
              <a:buClr>
                <a:schemeClr val="lt1"/>
              </a:buClr>
              <a:buSzPts val="1600"/>
              <a:buNone/>
              <a:defRPr sz="1600">
                <a:solidFill>
                  <a:schemeClr val="lt1"/>
                </a:solidFill>
              </a:defRPr>
            </a:lvl4pPr>
            <a:lvl5pPr lvl="4">
              <a:lnSpc>
                <a:spcPct val="100000"/>
              </a:lnSpc>
              <a:spcBef>
                <a:spcPts val="0"/>
              </a:spcBef>
              <a:spcAft>
                <a:spcPts val="0"/>
              </a:spcAft>
              <a:buClr>
                <a:schemeClr val="lt1"/>
              </a:buClr>
              <a:buSzPts val="1600"/>
              <a:buNone/>
              <a:defRPr sz="1600">
                <a:solidFill>
                  <a:schemeClr val="lt1"/>
                </a:solidFill>
              </a:defRPr>
            </a:lvl5pPr>
            <a:lvl6pPr lvl="5">
              <a:lnSpc>
                <a:spcPct val="100000"/>
              </a:lnSpc>
              <a:spcBef>
                <a:spcPts val="0"/>
              </a:spcBef>
              <a:spcAft>
                <a:spcPts val="0"/>
              </a:spcAft>
              <a:buClr>
                <a:schemeClr val="lt1"/>
              </a:buClr>
              <a:buSzPts val="1600"/>
              <a:buNone/>
              <a:defRPr sz="1600">
                <a:solidFill>
                  <a:schemeClr val="lt1"/>
                </a:solidFill>
              </a:defRPr>
            </a:lvl6pPr>
            <a:lvl7pPr lvl="6">
              <a:lnSpc>
                <a:spcPct val="100000"/>
              </a:lnSpc>
              <a:spcBef>
                <a:spcPts val="0"/>
              </a:spcBef>
              <a:spcAft>
                <a:spcPts val="0"/>
              </a:spcAft>
              <a:buClr>
                <a:schemeClr val="lt1"/>
              </a:buClr>
              <a:buSzPts val="1600"/>
              <a:buNone/>
              <a:defRPr sz="1600">
                <a:solidFill>
                  <a:schemeClr val="lt1"/>
                </a:solidFill>
              </a:defRPr>
            </a:lvl7pPr>
            <a:lvl8pPr lvl="7">
              <a:lnSpc>
                <a:spcPct val="100000"/>
              </a:lnSpc>
              <a:spcBef>
                <a:spcPts val="0"/>
              </a:spcBef>
              <a:spcAft>
                <a:spcPts val="0"/>
              </a:spcAft>
              <a:buClr>
                <a:schemeClr val="lt1"/>
              </a:buClr>
              <a:buSzPts val="1600"/>
              <a:buNone/>
              <a:defRPr sz="1600">
                <a:solidFill>
                  <a:schemeClr val="lt1"/>
                </a:solidFill>
              </a:defRPr>
            </a:lvl8pPr>
            <a:lvl9pPr lvl="8">
              <a:lnSpc>
                <a:spcPct val="100000"/>
              </a:lnSpc>
              <a:spcBef>
                <a:spcPts val="0"/>
              </a:spcBef>
              <a:spcAft>
                <a:spcPts val="0"/>
              </a:spcAft>
              <a:buClr>
                <a:schemeClr val="lt1"/>
              </a:buClr>
              <a:buSzPts val="1600"/>
              <a:buNone/>
              <a:defRPr sz="1600">
                <a:solidFill>
                  <a:schemeClr val="lt1"/>
                </a:solidFill>
              </a:defRPr>
            </a:lvl9pPr>
          </a:lstStyle>
          <a:p/>
        </p:txBody>
      </p:sp>
      <p:sp>
        <p:nvSpPr>
          <p:cNvPr id="101" name="Google Shape;101;p9"/>
          <p:cNvSpPr txBox="1"/>
          <p:nvPr>
            <p:ph idx="2" type="body"/>
          </p:nvPr>
        </p:nvSpPr>
        <p:spPr>
          <a:xfrm>
            <a:off x="819150" y="2467050"/>
            <a:ext cx="5859900" cy="2095500"/>
          </a:xfrm>
          <a:prstGeom prst="rect">
            <a:avLst/>
          </a:prstGeom>
        </p:spPr>
        <p:txBody>
          <a:bodyPr anchorCtr="0" anchor="t" bIns="91425" lIns="91425" spcFirstLastPara="1" rIns="91425" wrap="square" tIns="91425"/>
          <a:lstStyle>
            <a:lvl1pPr indent="-311150" lvl="0" marL="457200">
              <a:spcBef>
                <a:spcPts val="0"/>
              </a:spcBef>
              <a:spcAft>
                <a:spcPts val="0"/>
              </a:spcAft>
              <a:buSzPts val="1300"/>
              <a:buChar char="●"/>
              <a:defRPr/>
            </a:lvl1pPr>
            <a:lvl2pPr indent="-298450" lvl="1" marL="914400">
              <a:spcBef>
                <a:spcPts val="1600"/>
              </a:spcBef>
              <a:spcAft>
                <a:spcPts val="0"/>
              </a:spcAft>
              <a:buSzPts val="1100"/>
              <a:buChar char="○"/>
              <a:defRPr/>
            </a:lvl2pPr>
            <a:lvl3pPr indent="-298450" lvl="2" marL="1371600">
              <a:spcBef>
                <a:spcPts val="1600"/>
              </a:spcBef>
              <a:spcAft>
                <a:spcPts val="0"/>
              </a:spcAft>
              <a:buSzPts val="1100"/>
              <a:buChar char="■"/>
              <a:defRPr/>
            </a:lvl3pPr>
            <a:lvl4pPr indent="-298450" lvl="3" marL="1828800">
              <a:spcBef>
                <a:spcPts val="1600"/>
              </a:spcBef>
              <a:spcAft>
                <a:spcPts val="0"/>
              </a:spcAft>
              <a:buSzPts val="1100"/>
              <a:buChar char="●"/>
              <a:defRPr/>
            </a:lvl4pPr>
            <a:lvl5pPr indent="-298450" lvl="4" marL="2286000">
              <a:spcBef>
                <a:spcPts val="1600"/>
              </a:spcBef>
              <a:spcAft>
                <a:spcPts val="0"/>
              </a:spcAft>
              <a:buSzPts val="1100"/>
              <a:buChar char="○"/>
              <a:defRPr/>
            </a:lvl5pPr>
            <a:lvl6pPr indent="-298450" lvl="5" marL="2743200">
              <a:spcBef>
                <a:spcPts val="1600"/>
              </a:spcBef>
              <a:spcAft>
                <a:spcPts val="0"/>
              </a:spcAft>
              <a:buSzPts val="1100"/>
              <a:buChar char="■"/>
              <a:defRPr/>
            </a:lvl6pPr>
            <a:lvl7pPr indent="-298450" lvl="6" marL="3200400">
              <a:spcBef>
                <a:spcPts val="1600"/>
              </a:spcBef>
              <a:spcAft>
                <a:spcPts val="0"/>
              </a:spcAft>
              <a:buSzPts val="1100"/>
              <a:buChar char="●"/>
              <a:defRPr/>
            </a:lvl7pPr>
            <a:lvl8pPr indent="-298450" lvl="7" marL="3657600">
              <a:spcBef>
                <a:spcPts val="1600"/>
              </a:spcBef>
              <a:spcAft>
                <a:spcPts val="0"/>
              </a:spcAft>
              <a:buSzPts val="1100"/>
              <a:buChar char="○"/>
              <a:defRPr/>
            </a:lvl8pPr>
            <a:lvl9pPr indent="-298450" lvl="8" marL="4114800">
              <a:spcBef>
                <a:spcPts val="1600"/>
              </a:spcBef>
              <a:spcAft>
                <a:spcPts val="1600"/>
              </a:spcAft>
              <a:buSzPts val="1100"/>
              <a:buChar char="■"/>
              <a:defRPr/>
            </a:lvl9pPr>
          </a:lstStyle>
          <a:p/>
        </p:txBody>
      </p:sp>
      <p:sp>
        <p:nvSpPr>
          <p:cNvPr id="102" name="Google Shape;102;p9"/>
          <p:cNvSpPr txBox="1"/>
          <p:nvPr>
            <p:ph idx="12" type="sldNum"/>
          </p:nvPr>
        </p:nvSpPr>
        <p:spPr>
          <a:xfrm>
            <a:off x="8390734" y="4543668"/>
            <a:ext cx="548700" cy="393600"/>
          </a:xfrm>
          <a:prstGeom prst="rect">
            <a:avLst/>
          </a:prstGeom>
        </p:spPr>
        <p:txBody>
          <a:bodyPr anchorCtr="0" anchor="ctr" bIns="91425" lIns="91425" spcFirstLastPara="1" rIns="91425" wrap="square" tIns="91425">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matchingName="Caption">
  <p:cSld name="CAPTION_ONLY">
    <p:bg>
      <p:bgPr>
        <a:solidFill>
          <a:schemeClr val="accent1"/>
        </a:solidFill>
      </p:bgPr>
    </p:bg>
    <p:spTree>
      <p:nvGrpSpPr>
        <p:cNvPr id="103" name="Shape 103"/>
        <p:cNvGrpSpPr/>
        <p:nvPr/>
      </p:nvGrpSpPr>
      <p:grpSpPr>
        <a:xfrm>
          <a:off x="0" y="0"/>
          <a:ext cx="0" cy="0"/>
          <a:chOff x="0" y="0"/>
          <a:chExt cx="0" cy="0"/>
        </a:xfrm>
      </p:grpSpPr>
      <p:sp>
        <p:nvSpPr>
          <p:cNvPr id="104" name="Google Shape;104;p10"/>
          <p:cNvSpPr/>
          <p:nvPr/>
        </p:nvSpPr>
        <p:spPr>
          <a:xfrm>
            <a:off x="31" y="2824500"/>
            <a:ext cx="7370400" cy="2319000"/>
          </a:xfrm>
          <a:prstGeom prst="rtTriangle">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5" name="Google Shape;105;p10"/>
          <p:cNvSpPr/>
          <p:nvPr/>
        </p:nvSpPr>
        <p:spPr>
          <a:xfrm flipH="1">
            <a:off x="3582600" y="1550700"/>
            <a:ext cx="5561400" cy="3592800"/>
          </a:xfrm>
          <a:prstGeom prst="rtTriangle">
            <a:avLst/>
          </a:pr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6" name="Google Shape;106;p10"/>
          <p:cNvSpPr/>
          <p:nvPr/>
        </p:nvSpPr>
        <p:spPr>
          <a:xfrm>
            <a:off x="203225" y="206250"/>
            <a:ext cx="8737500" cy="4731000"/>
          </a:xfrm>
          <a:prstGeom prst="rect">
            <a:avLst/>
          </a:prstGeom>
          <a:solidFill>
            <a:schemeClr val="dk1"/>
          </a:solidFill>
          <a:ln>
            <a:noFill/>
          </a:ln>
          <a:effectLst>
            <a:outerShdw blurRad="228600" sx="101000" rotWithShape="0" algn="ctr" sy="101000">
              <a:srgbClr val="000000">
                <a:alpha val="40000"/>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7" name="Google Shape;107;p10"/>
          <p:cNvSpPr txBox="1"/>
          <p:nvPr>
            <p:ph idx="1" type="body"/>
          </p:nvPr>
        </p:nvSpPr>
        <p:spPr>
          <a:xfrm>
            <a:off x="328025" y="4163500"/>
            <a:ext cx="7415100" cy="605100"/>
          </a:xfrm>
          <a:prstGeom prst="rect">
            <a:avLst/>
          </a:prstGeom>
        </p:spPr>
        <p:txBody>
          <a:bodyPr anchorCtr="0" anchor="b" bIns="91425" lIns="91425" spcFirstLastPara="1" rIns="91425" wrap="square" tIns="91425"/>
          <a:lstStyle>
            <a:lvl1pPr indent="-228600" lvl="0" marL="457200">
              <a:lnSpc>
                <a:spcPct val="100000"/>
              </a:lnSpc>
              <a:spcBef>
                <a:spcPts val="0"/>
              </a:spcBef>
              <a:spcAft>
                <a:spcPts val="0"/>
              </a:spcAft>
              <a:buSzPts val="1300"/>
              <a:buNone/>
              <a:defRPr/>
            </a:lvl1pPr>
          </a:lstStyle>
          <a:p/>
        </p:txBody>
      </p:sp>
      <p:sp>
        <p:nvSpPr>
          <p:cNvPr id="108" name="Google Shape;108;p10"/>
          <p:cNvSpPr txBox="1"/>
          <p:nvPr>
            <p:ph idx="12" type="sldNum"/>
          </p:nvPr>
        </p:nvSpPr>
        <p:spPr>
          <a:xfrm>
            <a:off x="8390734" y="4543668"/>
            <a:ext cx="548700" cy="393600"/>
          </a:xfrm>
          <a:prstGeom prst="rect">
            <a:avLst/>
          </a:prstGeom>
        </p:spPr>
        <p:txBody>
          <a:bodyPr anchorCtr="0" anchor="ctr" bIns="91425" lIns="91425" spcFirstLastPara="1" rIns="91425" wrap="square" tIns="91425">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matchingName="Big number">
  <p:cSld name="BIG_NUMBER">
    <p:bg>
      <p:bgPr>
        <a:solidFill>
          <a:schemeClr val="accent3"/>
        </a:solidFill>
      </p:bgPr>
    </p:bg>
    <p:spTree>
      <p:nvGrpSpPr>
        <p:cNvPr id="109" name="Shape 109"/>
        <p:cNvGrpSpPr/>
        <p:nvPr/>
      </p:nvGrpSpPr>
      <p:grpSpPr>
        <a:xfrm>
          <a:off x="0" y="0"/>
          <a:ext cx="0" cy="0"/>
          <a:chOff x="0" y="0"/>
          <a:chExt cx="0" cy="0"/>
        </a:xfrm>
      </p:grpSpPr>
      <p:sp>
        <p:nvSpPr>
          <p:cNvPr id="110" name="Google Shape;110;p11"/>
          <p:cNvSpPr/>
          <p:nvPr/>
        </p:nvSpPr>
        <p:spPr>
          <a:xfrm flipH="1">
            <a:off x="5569200" y="2834075"/>
            <a:ext cx="3574800" cy="2309400"/>
          </a:xfrm>
          <a:prstGeom prst="rtTriangle">
            <a:avLst/>
          </a:pr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nvGrpSpPr>
          <p:cNvPr id="111" name="Google Shape;111;p11"/>
          <p:cNvGrpSpPr/>
          <p:nvPr/>
        </p:nvGrpSpPr>
        <p:grpSpPr>
          <a:xfrm>
            <a:off x="5959222" y="4119576"/>
            <a:ext cx="2520952" cy="1024165"/>
            <a:chOff x="6917201" y="0"/>
            <a:chExt cx="2227777" cy="863400"/>
          </a:xfrm>
        </p:grpSpPr>
        <p:sp>
          <p:nvSpPr>
            <p:cNvPr id="112" name="Google Shape;112;p11"/>
            <p:cNvSpPr/>
            <p:nvPr/>
          </p:nvSpPr>
          <p:spPr>
            <a:xfrm>
              <a:off x="7641677" y="0"/>
              <a:ext cx="1503300" cy="863400"/>
            </a:xfrm>
            <a:prstGeom prst="parallelogram">
              <a:avLst>
                <a:gd fmla="val 158024" name="adj"/>
              </a:avLst>
            </a:pr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3" name="Google Shape;113;p11"/>
            <p:cNvSpPr/>
            <p:nvPr/>
          </p:nvSpPr>
          <p:spPr>
            <a:xfrm>
              <a:off x="7279439" y="0"/>
              <a:ext cx="1503300" cy="863400"/>
            </a:xfrm>
            <a:prstGeom prst="parallelogram">
              <a:avLst>
                <a:gd fmla="val 158024" name="adj"/>
              </a:avLst>
            </a:pr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4" name="Google Shape;114;p11"/>
            <p:cNvSpPr/>
            <p:nvPr/>
          </p:nvSpPr>
          <p:spPr>
            <a:xfrm>
              <a:off x="6917201" y="0"/>
              <a:ext cx="1503300" cy="863400"/>
            </a:xfrm>
            <a:prstGeom prst="parallelogram">
              <a:avLst>
                <a:gd fmla="val 158024" name="adj"/>
              </a:avLst>
            </a:pr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115" name="Google Shape;115;p11"/>
          <p:cNvGrpSpPr/>
          <p:nvPr/>
        </p:nvGrpSpPr>
        <p:grpSpPr>
          <a:xfrm>
            <a:off x="199149" y="2"/>
            <a:ext cx="2795414" cy="1083308"/>
            <a:chOff x="6917201" y="0"/>
            <a:chExt cx="2227777" cy="863400"/>
          </a:xfrm>
        </p:grpSpPr>
        <p:sp>
          <p:nvSpPr>
            <p:cNvPr id="116" name="Google Shape;116;p11"/>
            <p:cNvSpPr/>
            <p:nvPr/>
          </p:nvSpPr>
          <p:spPr>
            <a:xfrm>
              <a:off x="7641677" y="0"/>
              <a:ext cx="1503300" cy="863400"/>
            </a:xfrm>
            <a:prstGeom prst="parallelogram">
              <a:avLst>
                <a:gd fmla="val 158024" name="adj"/>
              </a:avLst>
            </a:pr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7" name="Google Shape;117;p11"/>
            <p:cNvSpPr/>
            <p:nvPr/>
          </p:nvSpPr>
          <p:spPr>
            <a:xfrm>
              <a:off x="7279439" y="0"/>
              <a:ext cx="1503300" cy="863400"/>
            </a:xfrm>
            <a:prstGeom prst="parallelogram">
              <a:avLst>
                <a:gd fmla="val 158024" name="adj"/>
              </a:avLst>
            </a:pr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8" name="Google Shape;118;p11"/>
            <p:cNvSpPr/>
            <p:nvPr/>
          </p:nvSpPr>
          <p:spPr>
            <a:xfrm>
              <a:off x="6917201" y="0"/>
              <a:ext cx="1503300" cy="863400"/>
            </a:xfrm>
            <a:prstGeom prst="parallelogram">
              <a:avLst>
                <a:gd fmla="val 158024" name="adj"/>
              </a:avLst>
            </a:pr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119" name="Google Shape;119;p11"/>
          <p:cNvSpPr txBox="1"/>
          <p:nvPr>
            <p:ph hasCustomPrompt="1" type="title"/>
          </p:nvPr>
        </p:nvSpPr>
        <p:spPr>
          <a:xfrm>
            <a:off x="1385850" y="1383850"/>
            <a:ext cx="6372300" cy="1379700"/>
          </a:xfrm>
          <a:prstGeom prst="rect">
            <a:avLst/>
          </a:prstGeom>
        </p:spPr>
        <p:txBody>
          <a:bodyPr anchorCtr="0" anchor="ctr" bIns="91425" lIns="91425" spcFirstLastPara="1" rIns="91425" wrap="square" tIns="91425"/>
          <a:lstStyle>
            <a:lvl1pPr lvl="0" algn="ctr">
              <a:spcBef>
                <a:spcPts val="0"/>
              </a:spcBef>
              <a:spcAft>
                <a:spcPts val="0"/>
              </a:spcAft>
              <a:buClr>
                <a:schemeClr val="dk2"/>
              </a:buClr>
              <a:buSzPts val="8600"/>
              <a:buNone/>
              <a:defRPr sz="8600">
                <a:solidFill>
                  <a:schemeClr val="dk2"/>
                </a:solidFill>
              </a:defRPr>
            </a:lvl1pPr>
            <a:lvl2pPr lvl="1" algn="ctr">
              <a:spcBef>
                <a:spcPts val="0"/>
              </a:spcBef>
              <a:spcAft>
                <a:spcPts val="0"/>
              </a:spcAft>
              <a:buClr>
                <a:schemeClr val="dk2"/>
              </a:buClr>
              <a:buSzPts val="8600"/>
              <a:buNone/>
              <a:defRPr sz="8600">
                <a:solidFill>
                  <a:schemeClr val="dk2"/>
                </a:solidFill>
              </a:defRPr>
            </a:lvl2pPr>
            <a:lvl3pPr lvl="2" algn="ctr">
              <a:spcBef>
                <a:spcPts val="0"/>
              </a:spcBef>
              <a:spcAft>
                <a:spcPts val="0"/>
              </a:spcAft>
              <a:buClr>
                <a:schemeClr val="dk2"/>
              </a:buClr>
              <a:buSzPts val="8600"/>
              <a:buNone/>
              <a:defRPr sz="8600">
                <a:solidFill>
                  <a:schemeClr val="dk2"/>
                </a:solidFill>
              </a:defRPr>
            </a:lvl3pPr>
            <a:lvl4pPr lvl="3" algn="ctr">
              <a:spcBef>
                <a:spcPts val="0"/>
              </a:spcBef>
              <a:spcAft>
                <a:spcPts val="0"/>
              </a:spcAft>
              <a:buClr>
                <a:schemeClr val="dk2"/>
              </a:buClr>
              <a:buSzPts val="8600"/>
              <a:buNone/>
              <a:defRPr sz="8600">
                <a:solidFill>
                  <a:schemeClr val="dk2"/>
                </a:solidFill>
              </a:defRPr>
            </a:lvl4pPr>
            <a:lvl5pPr lvl="4" algn="ctr">
              <a:spcBef>
                <a:spcPts val="0"/>
              </a:spcBef>
              <a:spcAft>
                <a:spcPts val="0"/>
              </a:spcAft>
              <a:buClr>
                <a:schemeClr val="dk2"/>
              </a:buClr>
              <a:buSzPts val="8600"/>
              <a:buNone/>
              <a:defRPr sz="8600">
                <a:solidFill>
                  <a:schemeClr val="dk2"/>
                </a:solidFill>
              </a:defRPr>
            </a:lvl5pPr>
            <a:lvl6pPr lvl="5" algn="ctr">
              <a:spcBef>
                <a:spcPts val="0"/>
              </a:spcBef>
              <a:spcAft>
                <a:spcPts val="0"/>
              </a:spcAft>
              <a:buClr>
                <a:schemeClr val="dk2"/>
              </a:buClr>
              <a:buSzPts val="8600"/>
              <a:buNone/>
              <a:defRPr sz="8600">
                <a:solidFill>
                  <a:schemeClr val="dk2"/>
                </a:solidFill>
              </a:defRPr>
            </a:lvl6pPr>
            <a:lvl7pPr lvl="6" algn="ctr">
              <a:spcBef>
                <a:spcPts val="0"/>
              </a:spcBef>
              <a:spcAft>
                <a:spcPts val="0"/>
              </a:spcAft>
              <a:buClr>
                <a:schemeClr val="dk2"/>
              </a:buClr>
              <a:buSzPts val="8600"/>
              <a:buNone/>
              <a:defRPr sz="8600">
                <a:solidFill>
                  <a:schemeClr val="dk2"/>
                </a:solidFill>
              </a:defRPr>
            </a:lvl7pPr>
            <a:lvl8pPr lvl="7" algn="ctr">
              <a:spcBef>
                <a:spcPts val="0"/>
              </a:spcBef>
              <a:spcAft>
                <a:spcPts val="0"/>
              </a:spcAft>
              <a:buClr>
                <a:schemeClr val="dk2"/>
              </a:buClr>
              <a:buSzPts val="8600"/>
              <a:buNone/>
              <a:defRPr sz="8600">
                <a:solidFill>
                  <a:schemeClr val="dk2"/>
                </a:solidFill>
              </a:defRPr>
            </a:lvl8pPr>
            <a:lvl9pPr lvl="8" algn="ctr">
              <a:spcBef>
                <a:spcPts val="0"/>
              </a:spcBef>
              <a:spcAft>
                <a:spcPts val="0"/>
              </a:spcAft>
              <a:buClr>
                <a:schemeClr val="dk2"/>
              </a:buClr>
              <a:buSzPts val="8600"/>
              <a:buNone/>
              <a:defRPr sz="8600">
                <a:solidFill>
                  <a:schemeClr val="dk2"/>
                </a:solidFill>
              </a:defRPr>
            </a:lvl9pPr>
          </a:lstStyle>
          <a:p>
            <a:r>
              <a:t>xx%</a:t>
            </a:r>
          </a:p>
        </p:txBody>
      </p:sp>
      <p:sp>
        <p:nvSpPr>
          <p:cNvPr id="120" name="Google Shape;120;p11"/>
          <p:cNvSpPr txBox="1"/>
          <p:nvPr>
            <p:ph idx="1" type="body"/>
          </p:nvPr>
        </p:nvSpPr>
        <p:spPr>
          <a:xfrm>
            <a:off x="1385850" y="2863850"/>
            <a:ext cx="6372300" cy="641100"/>
          </a:xfrm>
          <a:prstGeom prst="rect">
            <a:avLst/>
          </a:prstGeom>
        </p:spPr>
        <p:txBody>
          <a:bodyPr anchorCtr="0" anchor="t" bIns="91425" lIns="91425" spcFirstLastPara="1" rIns="91425" wrap="square" tIns="91425"/>
          <a:lstStyle>
            <a:lvl1pPr indent="-311150" lvl="0" marL="457200" algn="ctr">
              <a:spcBef>
                <a:spcPts val="0"/>
              </a:spcBef>
              <a:spcAft>
                <a:spcPts val="0"/>
              </a:spcAft>
              <a:buSzPts val="1300"/>
              <a:buChar char="●"/>
              <a:defRPr/>
            </a:lvl1pPr>
            <a:lvl2pPr indent="-298450" lvl="1" marL="914400" algn="ctr">
              <a:spcBef>
                <a:spcPts val="1600"/>
              </a:spcBef>
              <a:spcAft>
                <a:spcPts val="0"/>
              </a:spcAft>
              <a:buSzPts val="1100"/>
              <a:buChar char="○"/>
              <a:defRPr/>
            </a:lvl2pPr>
            <a:lvl3pPr indent="-298450" lvl="2" marL="1371600" algn="ctr">
              <a:spcBef>
                <a:spcPts val="1600"/>
              </a:spcBef>
              <a:spcAft>
                <a:spcPts val="0"/>
              </a:spcAft>
              <a:buSzPts val="1100"/>
              <a:buChar char="■"/>
              <a:defRPr/>
            </a:lvl3pPr>
            <a:lvl4pPr indent="-298450" lvl="3" marL="1828800" algn="ctr">
              <a:spcBef>
                <a:spcPts val="1600"/>
              </a:spcBef>
              <a:spcAft>
                <a:spcPts val="0"/>
              </a:spcAft>
              <a:buSzPts val="1100"/>
              <a:buChar char="●"/>
              <a:defRPr/>
            </a:lvl4pPr>
            <a:lvl5pPr indent="-298450" lvl="4" marL="2286000" algn="ctr">
              <a:spcBef>
                <a:spcPts val="1600"/>
              </a:spcBef>
              <a:spcAft>
                <a:spcPts val="0"/>
              </a:spcAft>
              <a:buSzPts val="1100"/>
              <a:buChar char="○"/>
              <a:defRPr/>
            </a:lvl5pPr>
            <a:lvl6pPr indent="-298450" lvl="5" marL="2743200" algn="ctr">
              <a:spcBef>
                <a:spcPts val="1600"/>
              </a:spcBef>
              <a:spcAft>
                <a:spcPts val="0"/>
              </a:spcAft>
              <a:buSzPts val="1100"/>
              <a:buChar char="■"/>
              <a:defRPr/>
            </a:lvl6pPr>
            <a:lvl7pPr indent="-298450" lvl="6" marL="3200400" algn="ctr">
              <a:spcBef>
                <a:spcPts val="1600"/>
              </a:spcBef>
              <a:spcAft>
                <a:spcPts val="0"/>
              </a:spcAft>
              <a:buSzPts val="1100"/>
              <a:buChar char="●"/>
              <a:defRPr/>
            </a:lvl7pPr>
            <a:lvl8pPr indent="-298450" lvl="7" marL="3657600" algn="ctr">
              <a:spcBef>
                <a:spcPts val="1600"/>
              </a:spcBef>
              <a:spcAft>
                <a:spcPts val="0"/>
              </a:spcAft>
              <a:buSzPts val="1100"/>
              <a:buChar char="○"/>
              <a:defRPr/>
            </a:lvl8pPr>
            <a:lvl9pPr indent="-298450" lvl="8" marL="4114800" algn="ctr">
              <a:spcBef>
                <a:spcPts val="1600"/>
              </a:spcBef>
              <a:spcAft>
                <a:spcPts val="1600"/>
              </a:spcAft>
              <a:buSzPts val="1100"/>
              <a:buChar char="■"/>
              <a:defRPr/>
            </a:lvl9pPr>
          </a:lstStyle>
          <a:p/>
        </p:txBody>
      </p:sp>
      <p:sp>
        <p:nvSpPr>
          <p:cNvPr id="121" name="Google Shape;121;p11"/>
          <p:cNvSpPr txBox="1"/>
          <p:nvPr>
            <p:ph idx="12" type="sldNum"/>
          </p:nvPr>
        </p:nvSpPr>
        <p:spPr>
          <a:xfrm>
            <a:off x="8390734" y="4543668"/>
            <a:ext cx="548700" cy="393600"/>
          </a:xfrm>
          <a:prstGeom prst="rect">
            <a:avLst/>
          </a:prstGeom>
        </p:spPr>
        <p:txBody>
          <a:bodyPr anchorCtr="0" anchor="ctr" bIns="91425" lIns="91425" spcFirstLastPara="1" rIns="91425" wrap="square" tIns="91425">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matchingName="Blank" type="blank">
  <p:cSld name="BLANK">
    <p:spTree>
      <p:nvGrpSpPr>
        <p:cNvPr id="122" name="Shape 122"/>
        <p:cNvGrpSpPr/>
        <p:nvPr/>
      </p:nvGrpSpPr>
      <p:grpSpPr>
        <a:xfrm>
          <a:off x="0" y="0"/>
          <a:ext cx="0" cy="0"/>
          <a:chOff x="0" y="0"/>
          <a:chExt cx="0" cy="0"/>
        </a:xfrm>
      </p:grpSpPr>
      <p:sp>
        <p:nvSpPr>
          <p:cNvPr id="123" name="Google Shape;123;p12"/>
          <p:cNvSpPr txBox="1"/>
          <p:nvPr>
            <p:ph idx="12" type="sldNum"/>
          </p:nvPr>
        </p:nvSpPr>
        <p:spPr>
          <a:xfrm>
            <a:off x="8390734" y="4543668"/>
            <a:ext cx="548700" cy="393600"/>
          </a:xfrm>
          <a:prstGeom prst="rect">
            <a:avLst/>
          </a:prstGeom>
        </p:spPr>
        <p:txBody>
          <a:bodyPr anchorCtr="0" anchor="ctr" bIns="91425" lIns="91425" spcFirstLastPara="1" rIns="91425" wrap="square" tIns="91425">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11" Type="http://schemas.openxmlformats.org/officeDocument/2006/relationships/slideLayout" Target="../slideLayouts/slideLayout11.xml"/><Relationship Id="rId10" Type="http://schemas.openxmlformats.org/officeDocument/2006/relationships/slideLayout" Target="../slideLayouts/slideLayout10.xml"/><Relationship Id="rId12" Type="http://schemas.openxmlformats.org/officeDocument/2006/relationships/theme" Target="../theme/theme1.xml"/><Relationship Id="rId9" Type="http://schemas.openxmlformats.org/officeDocument/2006/relationships/slideLayout" Target="../slideLayouts/slideLayout9.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s>
</file>

<file path=ppt/slideMasters/slideMaster1.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p:cSld name="shift">
    <p:bg>
      <p:bgPr>
        <a:solidFill>
          <a:schemeClr val="dk1"/>
        </a:solidFill>
      </p:bgPr>
    </p:bg>
    <p:spTree>
      <p:nvGrpSpPr>
        <p:cNvPr id="5" name="Shape 5"/>
        <p:cNvGrpSpPr/>
        <p:nvPr/>
      </p:nvGrpSpPr>
      <p:grpSpPr>
        <a:xfrm>
          <a:off x="0" y="0"/>
          <a:ext cx="0" cy="0"/>
          <a:chOff x="0" y="0"/>
          <a:chExt cx="0" cy="0"/>
        </a:xfrm>
      </p:grpSpPr>
      <p:sp>
        <p:nvSpPr>
          <p:cNvPr id="6" name="Google Shape;6;p1"/>
          <p:cNvSpPr txBox="1"/>
          <p:nvPr>
            <p:ph type="title"/>
          </p:nvPr>
        </p:nvSpPr>
        <p:spPr>
          <a:xfrm>
            <a:off x="311700" y="445025"/>
            <a:ext cx="8520600" cy="572700"/>
          </a:xfrm>
          <a:prstGeom prst="rect">
            <a:avLst/>
          </a:prstGeom>
          <a:noFill/>
          <a:ln>
            <a:noFill/>
          </a:ln>
        </p:spPr>
        <p:txBody>
          <a:bodyPr anchorCtr="0" anchor="t" bIns="91425" lIns="91425" spcFirstLastPara="1" rIns="91425" wrap="square" tIns="91425"/>
          <a:lstStyle>
            <a:lvl1pPr lvl="0">
              <a:spcBef>
                <a:spcPts val="0"/>
              </a:spcBef>
              <a:spcAft>
                <a:spcPts val="0"/>
              </a:spcAft>
              <a:buClr>
                <a:schemeClr val="lt1"/>
              </a:buClr>
              <a:buSzPts val="2800"/>
              <a:buFont typeface="Nunito"/>
              <a:buNone/>
              <a:defRPr sz="2800">
                <a:solidFill>
                  <a:schemeClr val="lt1"/>
                </a:solidFill>
                <a:latin typeface="Nunito"/>
                <a:ea typeface="Nunito"/>
                <a:cs typeface="Nunito"/>
                <a:sym typeface="Nunito"/>
              </a:defRPr>
            </a:lvl1pPr>
            <a:lvl2pPr lvl="1">
              <a:spcBef>
                <a:spcPts val="0"/>
              </a:spcBef>
              <a:spcAft>
                <a:spcPts val="0"/>
              </a:spcAft>
              <a:buClr>
                <a:schemeClr val="lt1"/>
              </a:buClr>
              <a:buSzPts val="2800"/>
              <a:buFont typeface="Nunito"/>
              <a:buNone/>
              <a:defRPr sz="2800">
                <a:solidFill>
                  <a:schemeClr val="lt1"/>
                </a:solidFill>
                <a:latin typeface="Nunito"/>
                <a:ea typeface="Nunito"/>
                <a:cs typeface="Nunito"/>
                <a:sym typeface="Nunito"/>
              </a:defRPr>
            </a:lvl2pPr>
            <a:lvl3pPr lvl="2">
              <a:spcBef>
                <a:spcPts val="0"/>
              </a:spcBef>
              <a:spcAft>
                <a:spcPts val="0"/>
              </a:spcAft>
              <a:buClr>
                <a:schemeClr val="lt1"/>
              </a:buClr>
              <a:buSzPts val="2800"/>
              <a:buFont typeface="Nunito"/>
              <a:buNone/>
              <a:defRPr sz="2800">
                <a:solidFill>
                  <a:schemeClr val="lt1"/>
                </a:solidFill>
                <a:latin typeface="Nunito"/>
                <a:ea typeface="Nunito"/>
                <a:cs typeface="Nunito"/>
                <a:sym typeface="Nunito"/>
              </a:defRPr>
            </a:lvl3pPr>
            <a:lvl4pPr lvl="3">
              <a:spcBef>
                <a:spcPts val="0"/>
              </a:spcBef>
              <a:spcAft>
                <a:spcPts val="0"/>
              </a:spcAft>
              <a:buClr>
                <a:schemeClr val="lt1"/>
              </a:buClr>
              <a:buSzPts val="2800"/>
              <a:buFont typeface="Nunito"/>
              <a:buNone/>
              <a:defRPr sz="2800">
                <a:solidFill>
                  <a:schemeClr val="lt1"/>
                </a:solidFill>
                <a:latin typeface="Nunito"/>
                <a:ea typeface="Nunito"/>
                <a:cs typeface="Nunito"/>
                <a:sym typeface="Nunito"/>
              </a:defRPr>
            </a:lvl4pPr>
            <a:lvl5pPr lvl="4">
              <a:spcBef>
                <a:spcPts val="0"/>
              </a:spcBef>
              <a:spcAft>
                <a:spcPts val="0"/>
              </a:spcAft>
              <a:buClr>
                <a:schemeClr val="lt1"/>
              </a:buClr>
              <a:buSzPts val="2800"/>
              <a:buFont typeface="Nunito"/>
              <a:buNone/>
              <a:defRPr sz="2800">
                <a:solidFill>
                  <a:schemeClr val="lt1"/>
                </a:solidFill>
                <a:latin typeface="Nunito"/>
                <a:ea typeface="Nunito"/>
                <a:cs typeface="Nunito"/>
                <a:sym typeface="Nunito"/>
              </a:defRPr>
            </a:lvl5pPr>
            <a:lvl6pPr lvl="5">
              <a:spcBef>
                <a:spcPts val="0"/>
              </a:spcBef>
              <a:spcAft>
                <a:spcPts val="0"/>
              </a:spcAft>
              <a:buClr>
                <a:schemeClr val="lt1"/>
              </a:buClr>
              <a:buSzPts val="2800"/>
              <a:buFont typeface="Nunito"/>
              <a:buNone/>
              <a:defRPr sz="2800">
                <a:solidFill>
                  <a:schemeClr val="lt1"/>
                </a:solidFill>
                <a:latin typeface="Nunito"/>
                <a:ea typeface="Nunito"/>
                <a:cs typeface="Nunito"/>
                <a:sym typeface="Nunito"/>
              </a:defRPr>
            </a:lvl6pPr>
            <a:lvl7pPr lvl="6">
              <a:spcBef>
                <a:spcPts val="0"/>
              </a:spcBef>
              <a:spcAft>
                <a:spcPts val="0"/>
              </a:spcAft>
              <a:buClr>
                <a:schemeClr val="lt1"/>
              </a:buClr>
              <a:buSzPts val="2800"/>
              <a:buFont typeface="Nunito"/>
              <a:buNone/>
              <a:defRPr sz="2800">
                <a:solidFill>
                  <a:schemeClr val="lt1"/>
                </a:solidFill>
                <a:latin typeface="Nunito"/>
                <a:ea typeface="Nunito"/>
                <a:cs typeface="Nunito"/>
                <a:sym typeface="Nunito"/>
              </a:defRPr>
            </a:lvl7pPr>
            <a:lvl8pPr lvl="7">
              <a:spcBef>
                <a:spcPts val="0"/>
              </a:spcBef>
              <a:spcAft>
                <a:spcPts val="0"/>
              </a:spcAft>
              <a:buClr>
                <a:schemeClr val="lt1"/>
              </a:buClr>
              <a:buSzPts val="2800"/>
              <a:buFont typeface="Nunito"/>
              <a:buNone/>
              <a:defRPr sz="2800">
                <a:solidFill>
                  <a:schemeClr val="lt1"/>
                </a:solidFill>
                <a:latin typeface="Nunito"/>
                <a:ea typeface="Nunito"/>
                <a:cs typeface="Nunito"/>
                <a:sym typeface="Nunito"/>
              </a:defRPr>
            </a:lvl8pPr>
            <a:lvl9pPr lvl="8">
              <a:spcBef>
                <a:spcPts val="0"/>
              </a:spcBef>
              <a:spcAft>
                <a:spcPts val="0"/>
              </a:spcAft>
              <a:buClr>
                <a:schemeClr val="lt1"/>
              </a:buClr>
              <a:buSzPts val="2800"/>
              <a:buFont typeface="Nunito"/>
              <a:buNone/>
              <a:defRPr sz="2800">
                <a:solidFill>
                  <a:schemeClr val="lt1"/>
                </a:solidFill>
                <a:latin typeface="Nunito"/>
                <a:ea typeface="Nunito"/>
                <a:cs typeface="Nunito"/>
                <a:sym typeface="Nunito"/>
              </a:defRPr>
            </a:lvl9pPr>
          </a:lstStyle>
          <a:p/>
        </p:txBody>
      </p:sp>
      <p:sp>
        <p:nvSpPr>
          <p:cNvPr id="7" name="Google Shape;7;p1"/>
          <p:cNvSpPr txBox="1"/>
          <p:nvPr>
            <p:ph idx="1" type="body"/>
          </p:nvPr>
        </p:nvSpPr>
        <p:spPr>
          <a:xfrm>
            <a:off x="311700" y="1152475"/>
            <a:ext cx="8520600" cy="3391200"/>
          </a:xfrm>
          <a:prstGeom prst="rect">
            <a:avLst/>
          </a:prstGeom>
          <a:noFill/>
          <a:ln>
            <a:noFill/>
          </a:ln>
        </p:spPr>
        <p:txBody>
          <a:bodyPr anchorCtr="0" anchor="t" bIns="91425" lIns="91425" spcFirstLastPara="1" rIns="91425" wrap="square" tIns="91425"/>
          <a:lstStyle>
            <a:lvl1pPr indent="-311150" lvl="0" marL="457200">
              <a:lnSpc>
                <a:spcPct val="115000"/>
              </a:lnSpc>
              <a:spcBef>
                <a:spcPts val="0"/>
              </a:spcBef>
              <a:spcAft>
                <a:spcPts val="0"/>
              </a:spcAft>
              <a:buClr>
                <a:schemeClr val="dk2"/>
              </a:buClr>
              <a:buSzPts val="1300"/>
              <a:buFont typeface="Calibri"/>
              <a:buChar char="●"/>
              <a:defRPr sz="1300">
                <a:solidFill>
                  <a:schemeClr val="dk2"/>
                </a:solidFill>
                <a:latin typeface="Calibri"/>
                <a:ea typeface="Calibri"/>
                <a:cs typeface="Calibri"/>
                <a:sym typeface="Calibri"/>
              </a:defRPr>
            </a:lvl1pPr>
            <a:lvl2pPr indent="-298450" lvl="1" marL="914400">
              <a:lnSpc>
                <a:spcPct val="115000"/>
              </a:lnSpc>
              <a:spcBef>
                <a:spcPts val="1600"/>
              </a:spcBef>
              <a:spcAft>
                <a:spcPts val="0"/>
              </a:spcAft>
              <a:buClr>
                <a:schemeClr val="dk2"/>
              </a:buClr>
              <a:buSzPts val="1100"/>
              <a:buFont typeface="Calibri"/>
              <a:buChar char="○"/>
              <a:defRPr sz="1100">
                <a:solidFill>
                  <a:schemeClr val="dk2"/>
                </a:solidFill>
                <a:latin typeface="Calibri"/>
                <a:ea typeface="Calibri"/>
                <a:cs typeface="Calibri"/>
                <a:sym typeface="Calibri"/>
              </a:defRPr>
            </a:lvl2pPr>
            <a:lvl3pPr indent="-298450" lvl="2" marL="1371600">
              <a:lnSpc>
                <a:spcPct val="115000"/>
              </a:lnSpc>
              <a:spcBef>
                <a:spcPts val="1600"/>
              </a:spcBef>
              <a:spcAft>
                <a:spcPts val="0"/>
              </a:spcAft>
              <a:buClr>
                <a:schemeClr val="dk2"/>
              </a:buClr>
              <a:buSzPts val="1100"/>
              <a:buFont typeface="Calibri"/>
              <a:buChar char="■"/>
              <a:defRPr sz="1100">
                <a:solidFill>
                  <a:schemeClr val="dk2"/>
                </a:solidFill>
                <a:latin typeface="Calibri"/>
                <a:ea typeface="Calibri"/>
                <a:cs typeface="Calibri"/>
                <a:sym typeface="Calibri"/>
              </a:defRPr>
            </a:lvl3pPr>
            <a:lvl4pPr indent="-298450" lvl="3" marL="1828800">
              <a:lnSpc>
                <a:spcPct val="115000"/>
              </a:lnSpc>
              <a:spcBef>
                <a:spcPts val="1600"/>
              </a:spcBef>
              <a:spcAft>
                <a:spcPts val="0"/>
              </a:spcAft>
              <a:buClr>
                <a:schemeClr val="dk2"/>
              </a:buClr>
              <a:buSzPts val="1100"/>
              <a:buFont typeface="Calibri"/>
              <a:buChar char="●"/>
              <a:defRPr sz="1100">
                <a:solidFill>
                  <a:schemeClr val="dk2"/>
                </a:solidFill>
                <a:latin typeface="Calibri"/>
                <a:ea typeface="Calibri"/>
                <a:cs typeface="Calibri"/>
                <a:sym typeface="Calibri"/>
              </a:defRPr>
            </a:lvl4pPr>
            <a:lvl5pPr indent="-298450" lvl="4" marL="2286000">
              <a:lnSpc>
                <a:spcPct val="115000"/>
              </a:lnSpc>
              <a:spcBef>
                <a:spcPts val="1600"/>
              </a:spcBef>
              <a:spcAft>
                <a:spcPts val="0"/>
              </a:spcAft>
              <a:buClr>
                <a:schemeClr val="dk2"/>
              </a:buClr>
              <a:buSzPts val="1100"/>
              <a:buFont typeface="Calibri"/>
              <a:buChar char="○"/>
              <a:defRPr sz="1100">
                <a:solidFill>
                  <a:schemeClr val="dk2"/>
                </a:solidFill>
                <a:latin typeface="Calibri"/>
                <a:ea typeface="Calibri"/>
                <a:cs typeface="Calibri"/>
                <a:sym typeface="Calibri"/>
              </a:defRPr>
            </a:lvl5pPr>
            <a:lvl6pPr indent="-298450" lvl="5" marL="2743200">
              <a:lnSpc>
                <a:spcPct val="115000"/>
              </a:lnSpc>
              <a:spcBef>
                <a:spcPts val="1600"/>
              </a:spcBef>
              <a:spcAft>
                <a:spcPts val="0"/>
              </a:spcAft>
              <a:buClr>
                <a:schemeClr val="dk2"/>
              </a:buClr>
              <a:buSzPts val="1100"/>
              <a:buFont typeface="Calibri"/>
              <a:buChar char="■"/>
              <a:defRPr sz="1100">
                <a:solidFill>
                  <a:schemeClr val="dk2"/>
                </a:solidFill>
                <a:latin typeface="Calibri"/>
                <a:ea typeface="Calibri"/>
                <a:cs typeface="Calibri"/>
                <a:sym typeface="Calibri"/>
              </a:defRPr>
            </a:lvl6pPr>
            <a:lvl7pPr indent="-298450" lvl="6" marL="3200400">
              <a:lnSpc>
                <a:spcPct val="115000"/>
              </a:lnSpc>
              <a:spcBef>
                <a:spcPts val="1600"/>
              </a:spcBef>
              <a:spcAft>
                <a:spcPts val="0"/>
              </a:spcAft>
              <a:buClr>
                <a:schemeClr val="dk2"/>
              </a:buClr>
              <a:buSzPts val="1100"/>
              <a:buFont typeface="Calibri"/>
              <a:buChar char="●"/>
              <a:defRPr sz="1100">
                <a:solidFill>
                  <a:schemeClr val="dk2"/>
                </a:solidFill>
                <a:latin typeface="Calibri"/>
                <a:ea typeface="Calibri"/>
                <a:cs typeface="Calibri"/>
                <a:sym typeface="Calibri"/>
              </a:defRPr>
            </a:lvl7pPr>
            <a:lvl8pPr indent="-298450" lvl="7" marL="3657600">
              <a:lnSpc>
                <a:spcPct val="115000"/>
              </a:lnSpc>
              <a:spcBef>
                <a:spcPts val="1600"/>
              </a:spcBef>
              <a:spcAft>
                <a:spcPts val="0"/>
              </a:spcAft>
              <a:buClr>
                <a:schemeClr val="dk2"/>
              </a:buClr>
              <a:buSzPts val="1100"/>
              <a:buFont typeface="Calibri"/>
              <a:buChar char="○"/>
              <a:defRPr sz="1100">
                <a:solidFill>
                  <a:schemeClr val="dk2"/>
                </a:solidFill>
                <a:latin typeface="Calibri"/>
                <a:ea typeface="Calibri"/>
                <a:cs typeface="Calibri"/>
                <a:sym typeface="Calibri"/>
              </a:defRPr>
            </a:lvl8pPr>
            <a:lvl9pPr indent="-298450" lvl="8" marL="4114800">
              <a:lnSpc>
                <a:spcPct val="115000"/>
              </a:lnSpc>
              <a:spcBef>
                <a:spcPts val="1600"/>
              </a:spcBef>
              <a:spcAft>
                <a:spcPts val="1600"/>
              </a:spcAft>
              <a:buClr>
                <a:schemeClr val="dk2"/>
              </a:buClr>
              <a:buSzPts val="1100"/>
              <a:buFont typeface="Calibri"/>
              <a:buChar char="■"/>
              <a:defRPr sz="1100">
                <a:solidFill>
                  <a:schemeClr val="dk2"/>
                </a:solidFill>
                <a:latin typeface="Calibri"/>
                <a:ea typeface="Calibri"/>
                <a:cs typeface="Calibri"/>
                <a:sym typeface="Calibri"/>
              </a:defRPr>
            </a:lvl9pPr>
          </a:lstStyle>
          <a:p/>
        </p:txBody>
      </p:sp>
      <p:sp>
        <p:nvSpPr>
          <p:cNvPr id="8" name="Google Shape;8;p1"/>
          <p:cNvSpPr txBox="1"/>
          <p:nvPr>
            <p:ph idx="12" type="sldNum"/>
          </p:nvPr>
        </p:nvSpPr>
        <p:spPr>
          <a:xfrm>
            <a:off x="8390734" y="4543668"/>
            <a:ext cx="548700" cy="393600"/>
          </a:xfrm>
          <a:prstGeom prst="rect">
            <a:avLst/>
          </a:prstGeom>
          <a:noFill/>
          <a:ln>
            <a:noFill/>
          </a:ln>
        </p:spPr>
        <p:txBody>
          <a:bodyPr anchorCtr="0" anchor="ctr" bIns="91425" lIns="91425" spcFirstLastPara="1" rIns="91425" wrap="square" tIns="91425">
            <a:noAutofit/>
          </a:bodyPr>
          <a:lstStyle>
            <a:lvl1pPr lvl="0" algn="r">
              <a:buNone/>
              <a:defRPr sz="1000">
                <a:solidFill>
                  <a:schemeClr val="dk2"/>
                </a:solidFill>
                <a:latin typeface="Nunito"/>
                <a:ea typeface="Nunito"/>
                <a:cs typeface="Nunito"/>
                <a:sym typeface="Nunito"/>
              </a:defRPr>
            </a:lvl1pPr>
            <a:lvl2pPr lvl="1" algn="r">
              <a:buNone/>
              <a:defRPr sz="1000">
                <a:solidFill>
                  <a:schemeClr val="dk2"/>
                </a:solidFill>
                <a:latin typeface="Nunito"/>
                <a:ea typeface="Nunito"/>
                <a:cs typeface="Nunito"/>
                <a:sym typeface="Nunito"/>
              </a:defRPr>
            </a:lvl2pPr>
            <a:lvl3pPr lvl="2" algn="r">
              <a:buNone/>
              <a:defRPr sz="1000">
                <a:solidFill>
                  <a:schemeClr val="dk2"/>
                </a:solidFill>
                <a:latin typeface="Nunito"/>
                <a:ea typeface="Nunito"/>
                <a:cs typeface="Nunito"/>
                <a:sym typeface="Nunito"/>
              </a:defRPr>
            </a:lvl3pPr>
            <a:lvl4pPr lvl="3" algn="r">
              <a:buNone/>
              <a:defRPr sz="1000">
                <a:solidFill>
                  <a:schemeClr val="dk2"/>
                </a:solidFill>
                <a:latin typeface="Nunito"/>
                <a:ea typeface="Nunito"/>
                <a:cs typeface="Nunito"/>
                <a:sym typeface="Nunito"/>
              </a:defRPr>
            </a:lvl4pPr>
            <a:lvl5pPr lvl="4" algn="r">
              <a:buNone/>
              <a:defRPr sz="1000">
                <a:solidFill>
                  <a:schemeClr val="dk2"/>
                </a:solidFill>
                <a:latin typeface="Nunito"/>
                <a:ea typeface="Nunito"/>
                <a:cs typeface="Nunito"/>
                <a:sym typeface="Nunito"/>
              </a:defRPr>
            </a:lvl5pPr>
            <a:lvl6pPr lvl="5" algn="r">
              <a:buNone/>
              <a:defRPr sz="1000">
                <a:solidFill>
                  <a:schemeClr val="dk2"/>
                </a:solidFill>
                <a:latin typeface="Nunito"/>
                <a:ea typeface="Nunito"/>
                <a:cs typeface="Nunito"/>
                <a:sym typeface="Nunito"/>
              </a:defRPr>
            </a:lvl6pPr>
            <a:lvl7pPr lvl="6" algn="r">
              <a:buNone/>
              <a:defRPr sz="1000">
                <a:solidFill>
                  <a:schemeClr val="dk2"/>
                </a:solidFill>
                <a:latin typeface="Nunito"/>
                <a:ea typeface="Nunito"/>
                <a:cs typeface="Nunito"/>
                <a:sym typeface="Nunito"/>
              </a:defRPr>
            </a:lvl7pPr>
            <a:lvl8pPr lvl="7" algn="r">
              <a:buNone/>
              <a:defRPr sz="1000">
                <a:solidFill>
                  <a:schemeClr val="dk2"/>
                </a:solidFill>
                <a:latin typeface="Nunito"/>
                <a:ea typeface="Nunito"/>
                <a:cs typeface="Nunito"/>
                <a:sym typeface="Nunito"/>
              </a:defRPr>
            </a:lvl8pPr>
            <a:lvl9pPr lvl="8" algn="r">
              <a:buNone/>
              <a:defRPr sz="1000">
                <a:solidFill>
                  <a:schemeClr val="dk2"/>
                </a:solidFill>
                <a:latin typeface="Nunito"/>
                <a:ea typeface="Nunito"/>
                <a:cs typeface="Nunito"/>
                <a:sym typeface="Nunito"/>
              </a:defRPr>
            </a:lvl9pPr>
          </a:lstStyle>
          <a:p>
            <a:pPr indent="0" lvl="0" marL="0" rtl="0" algn="r">
              <a:spcBef>
                <a:spcPts val="0"/>
              </a:spcBef>
              <a:spcAft>
                <a:spcPts val="0"/>
              </a:spcAft>
              <a:buNone/>
            </a:pPr>
            <a:fld id="{00000000-1234-1234-1234-123412341234}" type="slidenum">
              <a:rPr lang="en"/>
              <a:t>‹#›</a:t>
            </a:fld>
            <a:endParaRPr/>
          </a:p>
        </p:txBody>
      </p:sp>
    </p:spTree>
  </p:cSld>
  <p:clrMap accent1="accent1" accent2="accent2" accent3="accent3" accent4="accent4" accent5="accent5" accent6="accent6" bg1="lt1" bg2="dk2" tx1="dk1" tx2="lt2" folHlink="folHlink" hlink="hlink"/>
  <p:sldLayoutIdLst>
    <p:sldLayoutId id="2147483648" r:id="rId1"/>
    <p:sldLayoutId id="2147483649" r:id="rId2"/>
    <p:sldLayoutId id="2147483650" r:id="rId3"/>
    <p:sldLayoutId id="2147483651" r:id="rId4"/>
    <p:sldLayoutId id="2147483652" r:id="rId5"/>
    <p:sldLayoutId id="2147483653" r:id="rId6"/>
    <p:sldLayoutId id="2147483654" r:id="rId7"/>
    <p:sldLayoutId id="2147483655" r:id="rId8"/>
    <p:sldLayoutId id="2147483656" r:id="rId9"/>
    <p:sldLayoutId id="2147483657" r:id="rId10"/>
    <p:sldLayoutId id="2147483658" r:id="rId11"/>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xml"/><Relationship Id="rId3" Type="http://schemas.openxmlformats.org/officeDocument/2006/relationships/image" Target="../media/image4.png"/></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4.xml"/><Relationship Id="rId3" Type="http://schemas.openxmlformats.org/officeDocument/2006/relationships/image" Target="../media/image2.png"/></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6.xml"/><Relationship Id="rId3" Type="http://schemas.openxmlformats.org/officeDocument/2006/relationships/image" Target="../media/image3.png"/></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7.xml"/><Relationship Id="rId3" Type="http://schemas.openxmlformats.org/officeDocument/2006/relationships/image" Target="../media/image1.png"/></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9.xml"/><Relationship Id="rId3" Type="http://schemas.openxmlformats.org/officeDocument/2006/relationships/hyperlink" Target="http://www.sdcity.edu/portals/0/cms_editors/mesa/pdfs/emotionalintelligence.pdf" TargetMode="Externa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5.xml"/></Relationships>
</file>

<file path=ppt/slides/slide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p:cSld>
    <p:spTree>
      <p:nvGrpSpPr>
        <p:cNvPr id="127" name="Shape 127"/>
        <p:cNvGrpSpPr/>
        <p:nvPr/>
      </p:nvGrpSpPr>
      <p:grpSpPr>
        <a:xfrm>
          <a:off x="0" y="0"/>
          <a:ext cx="0" cy="0"/>
          <a:chOff x="0" y="0"/>
          <a:chExt cx="0" cy="0"/>
        </a:xfrm>
      </p:grpSpPr>
      <p:sp>
        <p:nvSpPr>
          <p:cNvPr id="128" name="Google Shape;128;p13"/>
          <p:cNvSpPr txBox="1"/>
          <p:nvPr>
            <p:ph type="ctrTitle"/>
          </p:nvPr>
        </p:nvSpPr>
        <p:spPr>
          <a:xfrm>
            <a:off x="1858703" y="1822833"/>
            <a:ext cx="5361300" cy="1448100"/>
          </a:xfrm>
          <a:prstGeom prst="rect">
            <a:avLst/>
          </a:prstGeom>
        </p:spPr>
        <p:txBody>
          <a:bodyPr anchorCtr="0" anchor="ctr" bIns="91425" lIns="91425" spcFirstLastPara="1" rIns="91425" wrap="square" tIns="91425">
            <a:noAutofit/>
          </a:bodyPr>
          <a:lstStyle/>
          <a:p>
            <a:pPr indent="0" lvl="0" marL="0" rtl="0" algn="ctr">
              <a:spcBef>
                <a:spcPts val="0"/>
              </a:spcBef>
              <a:spcAft>
                <a:spcPts val="0"/>
              </a:spcAft>
              <a:buNone/>
            </a:pPr>
            <a:r>
              <a:rPr lang="en"/>
              <a:t>Individuals and Organizations</a:t>
            </a:r>
            <a:endParaRPr/>
          </a:p>
        </p:txBody>
      </p:sp>
      <p:sp>
        <p:nvSpPr>
          <p:cNvPr id="129" name="Google Shape;129;p13"/>
          <p:cNvSpPr txBox="1"/>
          <p:nvPr>
            <p:ph idx="1" type="subTitle"/>
          </p:nvPr>
        </p:nvSpPr>
        <p:spPr>
          <a:xfrm>
            <a:off x="311700" y="3270925"/>
            <a:ext cx="8520600" cy="420900"/>
          </a:xfrm>
          <a:prstGeom prst="rect">
            <a:avLst/>
          </a:prstGeom>
        </p:spPr>
        <p:txBody>
          <a:bodyPr anchorCtr="0" anchor="t" bIns="91425" lIns="91425" spcFirstLastPara="1" rIns="91425" wrap="square" tIns="91425">
            <a:noAutofit/>
          </a:bodyPr>
          <a:lstStyle/>
          <a:p>
            <a:pPr indent="0" lvl="0" marL="0" rtl="0" algn="ctr">
              <a:spcBef>
                <a:spcPts val="0"/>
              </a:spcBef>
              <a:spcAft>
                <a:spcPts val="0"/>
              </a:spcAft>
              <a:buNone/>
            </a:pPr>
            <a:r>
              <a:rPr lang="en"/>
              <a:t>Sean Coulter - Xinyu Wang - Cody Rhee - Kyle Dukart - Mustafa Majeed</a:t>
            </a:r>
            <a:endParaRPr/>
          </a:p>
        </p:txBody>
      </p:sp>
    </p:spTree>
  </p:cSld>
  <p:clrMapOvr>
    <a:masterClrMapping/>
  </p:clrMapOvr>
</p:sld>
</file>

<file path=ppt/slides/slide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p:cSld>
    <p:spTree>
      <p:nvGrpSpPr>
        <p:cNvPr id="133" name="Shape 133"/>
        <p:cNvGrpSpPr/>
        <p:nvPr/>
      </p:nvGrpSpPr>
      <p:grpSpPr>
        <a:xfrm>
          <a:off x="0" y="0"/>
          <a:ext cx="0" cy="0"/>
          <a:chOff x="0" y="0"/>
          <a:chExt cx="0" cy="0"/>
        </a:xfrm>
      </p:grpSpPr>
      <p:sp>
        <p:nvSpPr>
          <p:cNvPr id="134" name="Google Shape;134;p14"/>
          <p:cNvSpPr txBox="1"/>
          <p:nvPr>
            <p:ph type="title"/>
          </p:nvPr>
        </p:nvSpPr>
        <p:spPr>
          <a:xfrm>
            <a:off x="564050" y="1110150"/>
            <a:ext cx="3577500" cy="5955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Leavitt’s Diamond</a:t>
            </a:r>
            <a:endParaRPr/>
          </a:p>
        </p:txBody>
      </p:sp>
      <p:sp>
        <p:nvSpPr>
          <p:cNvPr id="135" name="Google Shape;135;p14"/>
          <p:cNvSpPr txBox="1"/>
          <p:nvPr>
            <p:ph idx="1" type="body"/>
          </p:nvPr>
        </p:nvSpPr>
        <p:spPr>
          <a:xfrm>
            <a:off x="311700" y="1848325"/>
            <a:ext cx="4260300" cy="3174900"/>
          </a:xfrm>
          <a:prstGeom prst="rect">
            <a:avLst/>
          </a:prstGeom>
        </p:spPr>
        <p:txBody>
          <a:bodyPr anchorCtr="0" anchor="t" bIns="91425" lIns="91425" spcFirstLastPara="1" rIns="91425" wrap="square" tIns="91425">
            <a:noAutofit/>
          </a:bodyPr>
          <a:lstStyle/>
          <a:p>
            <a:pPr indent="-311150" lvl="0" marL="457200" rtl="0" algn="l">
              <a:spcBef>
                <a:spcPts val="0"/>
              </a:spcBef>
              <a:spcAft>
                <a:spcPts val="0"/>
              </a:spcAft>
              <a:buSzPts val="1300"/>
              <a:buChar char="●"/>
            </a:pPr>
            <a:r>
              <a:rPr lang="en"/>
              <a:t>Four Components</a:t>
            </a:r>
            <a:endParaRPr/>
          </a:p>
          <a:p>
            <a:pPr indent="-311150" lvl="0" marL="914400" rtl="0" algn="l">
              <a:spcBef>
                <a:spcPts val="0"/>
              </a:spcBef>
              <a:spcAft>
                <a:spcPts val="0"/>
              </a:spcAft>
              <a:buSzPts val="1300"/>
              <a:buAutoNum type="arabicPeriod"/>
            </a:pPr>
            <a:r>
              <a:rPr lang="en"/>
              <a:t>People</a:t>
            </a:r>
            <a:endParaRPr/>
          </a:p>
          <a:p>
            <a:pPr indent="-311150" lvl="0" marL="914400" rtl="0" algn="l">
              <a:spcBef>
                <a:spcPts val="0"/>
              </a:spcBef>
              <a:spcAft>
                <a:spcPts val="0"/>
              </a:spcAft>
              <a:buSzPts val="1300"/>
              <a:buAutoNum type="arabicPeriod"/>
            </a:pPr>
            <a:r>
              <a:rPr lang="en"/>
              <a:t>Task (Company Goal)</a:t>
            </a:r>
            <a:endParaRPr/>
          </a:p>
          <a:p>
            <a:pPr indent="-311150" lvl="0" marL="914400" rtl="0" algn="l">
              <a:spcBef>
                <a:spcPts val="0"/>
              </a:spcBef>
              <a:spcAft>
                <a:spcPts val="0"/>
              </a:spcAft>
              <a:buSzPts val="1300"/>
              <a:buAutoNum type="arabicPeriod"/>
            </a:pPr>
            <a:r>
              <a:rPr lang="en"/>
              <a:t>Structure</a:t>
            </a:r>
            <a:endParaRPr/>
          </a:p>
          <a:p>
            <a:pPr indent="-311150" lvl="0" marL="914400" rtl="0" algn="l">
              <a:spcBef>
                <a:spcPts val="0"/>
              </a:spcBef>
              <a:spcAft>
                <a:spcPts val="0"/>
              </a:spcAft>
              <a:buSzPts val="1300"/>
              <a:buAutoNum type="arabicPeriod"/>
            </a:pPr>
            <a:r>
              <a:rPr lang="en"/>
              <a:t>Technology</a:t>
            </a:r>
            <a:endParaRPr/>
          </a:p>
          <a:p>
            <a:pPr indent="-311150" lvl="0" marL="457200" rtl="0" algn="l">
              <a:spcBef>
                <a:spcPts val="0"/>
              </a:spcBef>
              <a:spcAft>
                <a:spcPts val="0"/>
              </a:spcAft>
              <a:buSzPts val="1300"/>
              <a:buChar char="●"/>
            </a:pPr>
            <a:r>
              <a:rPr lang="en"/>
              <a:t>Used for making organizational change more effective</a:t>
            </a:r>
            <a:endParaRPr/>
          </a:p>
          <a:p>
            <a:pPr indent="-311150" lvl="0" marL="457200" rtl="0" algn="l">
              <a:spcBef>
                <a:spcPts val="0"/>
              </a:spcBef>
              <a:spcAft>
                <a:spcPts val="0"/>
              </a:spcAft>
              <a:buSzPts val="1300"/>
              <a:buChar char="●"/>
            </a:pPr>
            <a:r>
              <a:rPr lang="en"/>
              <a:t>Change in one component has direct effect on other components</a:t>
            </a:r>
            <a:endParaRPr/>
          </a:p>
        </p:txBody>
      </p:sp>
      <p:pic>
        <p:nvPicPr>
          <p:cNvPr id="136" name="Google Shape;136;p14"/>
          <p:cNvPicPr preferRelativeResize="0"/>
          <p:nvPr/>
        </p:nvPicPr>
        <p:blipFill>
          <a:blip r:embed="rId3">
            <a:alphaModFix/>
          </a:blip>
          <a:stretch>
            <a:fillRect/>
          </a:stretch>
        </p:blipFill>
        <p:spPr>
          <a:xfrm>
            <a:off x="4572000" y="916800"/>
            <a:ext cx="4267199" cy="3309902"/>
          </a:xfrm>
          <a:prstGeom prst="rect">
            <a:avLst/>
          </a:prstGeom>
          <a:noFill/>
          <a:ln>
            <a:noFill/>
          </a:ln>
        </p:spPr>
      </p:pic>
    </p:spTree>
  </p:cSld>
  <p:clrMapOvr>
    <a:masterClrMapping/>
  </p:clrMapOvr>
</p:sld>
</file>

<file path=ppt/slides/slide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p:cSld>
    <p:spTree>
      <p:nvGrpSpPr>
        <p:cNvPr id="140" name="Shape 140"/>
        <p:cNvGrpSpPr/>
        <p:nvPr/>
      </p:nvGrpSpPr>
      <p:grpSpPr>
        <a:xfrm>
          <a:off x="0" y="0"/>
          <a:ext cx="0" cy="0"/>
          <a:chOff x="0" y="0"/>
          <a:chExt cx="0" cy="0"/>
        </a:xfrm>
      </p:grpSpPr>
      <p:sp>
        <p:nvSpPr>
          <p:cNvPr id="141" name="Google Shape;141;p15"/>
          <p:cNvSpPr txBox="1"/>
          <p:nvPr>
            <p:ph type="title"/>
          </p:nvPr>
        </p:nvSpPr>
        <p:spPr>
          <a:xfrm>
            <a:off x="1510200" y="563350"/>
            <a:ext cx="6123600" cy="6360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How Change Affects the Diamond</a:t>
            </a:r>
            <a:endParaRPr/>
          </a:p>
        </p:txBody>
      </p:sp>
      <p:sp>
        <p:nvSpPr>
          <p:cNvPr id="142" name="Google Shape;142;p15"/>
          <p:cNvSpPr txBox="1"/>
          <p:nvPr>
            <p:ph idx="1" type="body"/>
          </p:nvPr>
        </p:nvSpPr>
        <p:spPr>
          <a:xfrm>
            <a:off x="635700" y="1284100"/>
            <a:ext cx="3216600" cy="15381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sz="2400"/>
              <a:t>People</a:t>
            </a:r>
            <a:endParaRPr sz="2400"/>
          </a:p>
          <a:p>
            <a:pPr indent="-317500" lvl="0" marL="457200" rtl="0" algn="l">
              <a:spcBef>
                <a:spcPts val="1600"/>
              </a:spcBef>
              <a:spcAft>
                <a:spcPts val="0"/>
              </a:spcAft>
              <a:buSzPts val="1400"/>
              <a:buChar char="●"/>
            </a:pPr>
            <a:r>
              <a:rPr b="1" lang="en" sz="1400" u="sng"/>
              <a:t>Task </a:t>
            </a:r>
            <a:r>
              <a:rPr lang="en" sz="1400"/>
              <a:t>- Educate - Train</a:t>
            </a:r>
            <a:endParaRPr sz="1400"/>
          </a:p>
          <a:p>
            <a:pPr indent="-317500" lvl="0" marL="457200" rtl="0" algn="l">
              <a:spcBef>
                <a:spcPts val="0"/>
              </a:spcBef>
              <a:spcAft>
                <a:spcPts val="0"/>
              </a:spcAft>
              <a:buSzPts val="1400"/>
              <a:buChar char="●"/>
            </a:pPr>
            <a:r>
              <a:rPr b="1" lang="en" sz="1400" u="sng"/>
              <a:t>Structure</a:t>
            </a:r>
            <a:r>
              <a:rPr lang="en" sz="1400"/>
              <a:t> - Duties - </a:t>
            </a:r>
            <a:r>
              <a:rPr lang="en" sz="1400"/>
              <a:t>Responsibilities</a:t>
            </a:r>
            <a:endParaRPr sz="1400"/>
          </a:p>
          <a:p>
            <a:pPr indent="-317500" lvl="0" marL="457200" rtl="0" algn="l">
              <a:spcBef>
                <a:spcPts val="0"/>
              </a:spcBef>
              <a:spcAft>
                <a:spcPts val="0"/>
              </a:spcAft>
              <a:buSzPts val="1400"/>
              <a:buChar char="●"/>
            </a:pPr>
            <a:r>
              <a:rPr b="1" lang="en" sz="1400" u="sng"/>
              <a:t>Tech</a:t>
            </a:r>
            <a:r>
              <a:rPr lang="en" sz="1400"/>
              <a:t> - Ability - Extra Training</a:t>
            </a:r>
            <a:r>
              <a:rPr lang="en" sz="1400"/>
              <a:t> </a:t>
            </a:r>
            <a:endParaRPr sz="1400"/>
          </a:p>
        </p:txBody>
      </p:sp>
      <p:sp>
        <p:nvSpPr>
          <p:cNvPr id="143" name="Google Shape;143;p15"/>
          <p:cNvSpPr txBox="1"/>
          <p:nvPr/>
        </p:nvSpPr>
        <p:spPr>
          <a:xfrm>
            <a:off x="4981225" y="1333450"/>
            <a:ext cx="2977500" cy="14355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 sz="2400">
                <a:latin typeface="Calibri"/>
                <a:ea typeface="Calibri"/>
                <a:cs typeface="Calibri"/>
                <a:sym typeface="Calibri"/>
              </a:rPr>
              <a:t>Tasks</a:t>
            </a:r>
            <a:endParaRPr sz="2400">
              <a:latin typeface="Calibri"/>
              <a:ea typeface="Calibri"/>
              <a:cs typeface="Calibri"/>
              <a:sym typeface="Calibri"/>
            </a:endParaRPr>
          </a:p>
          <a:p>
            <a:pPr indent="0" lvl="0" marL="0" rtl="0" algn="l">
              <a:spcBef>
                <a:spcPts val="0"/>
              </a:spcBef>
              <a:spcAft>
                <a:spcPts val="0"/>
              </a:spcAft>
              <a:buNone/>
            </a:pPr>
            <a:r>
              <a:t/>
            </a:r>
            <a:endParaRPr>
              <a:latin typeface="Calibri"/>
              <a:ea typeface="Calibri"/>
              <a:cs typeface="Calibri"/>
              <a:sym typeface="Calibri"/>
            </a:endParaRPr>
          </a:p>
          <a:p>
            <a:pPr indent="-317500" lvl="0" marL="457200" rtl="0" algn="l">
              <a:lnSpc>
                <a:spcPct val="115000"/>
              </a:lnSpc>
              <a:spcBef>
                <a:spcPts val="0"/>
              </a:spcBef>
              <a:spcAft>
                <a:spcPts val="0"/>
              </a:spcAft>
              <a:buSzPts val="1400"/>
              <a:buFont typeface="Calibri"/>
              <a:buChar char="●"/>
            </a:pPr>
            <a:r>
              <a:rPr b="1" lang="en" u="sng">
                <a:latin typeface="Calibri"/>
                <a:ea typeface="Calibri"/>
                <a:cs typeface="Calibri"/>
                <a:sym typeface="Calibri"/>
              </a:rPr>
              <a:t>People</a:t>
            </a:r>
            <a:r>
              <a:rPr lang="en">
                <a:latin typeface="Calibri"/>
                <a:ea typeface="Calibri"/>
                <a:cs typeface="Calibri"/>
                <a:sym typeface="Calibri"/>
              </a:rPr>
              <a:t> - Modify to optimize</a:t>
            </a:r>
            <a:endParaRPr>
              <a:latin typeface="Calibri"/>
              <a:ea typeface="Calibri"/>
              <a:cs typeface="Calibri"/>
              <a:sym typeface="Calibri"/>
            </a:endParaRPr>
          </a:p>
          <a:p>
            <a:pPr indent="-317500" lvl="0" marL="457200" rtl="0" algn="l">
              <a:lnSpc>
                <a:spcPct val="115000"/>
              </a:lnSpc>
              <a:spcBef>
                <a:spcPts val="0"/>
              </a:spcBef>
              <a:spcAft>
                <a:spcPts val="0"/>
              </a:spcAft>
              <a:buSzPts val="1400"/>
              <a:buFont typeface="Calibri"/>
              <a:buChar char="●"/>
            </a:pPr>
            <a:r>
              <a:rPr b="1" lang="en" u="sng">
                <a:latin typeface="Calibri"/>
                <a:ea typeface="Calibri"/>
                <a:cs typeface="Calibri"/>
                <a:sym typeface="Calibri"/>
              </a:rPr>
              <a:t>Structure</a:t>
            </a:r>
            <a:r>
              <a:rPr lang="en">
                <a:latin typeface="Calibri"/>
                <a:ea typeface="Calibri"/>
                <a:cs typeface="Calibri"/>
                <a:sym typeface="Calibri"/>
              </a:rPr>
              <a:t> - </a:t>
            </a:r>
            <a:r>
              <a:rPr lang="en">
                <a:latin typeface="Calibri"/>
                <a:ea typeface="Calibri"/>
                <a:cs typeface="Calibri"/>
                <a:sym typeface="Calibri"/>
              </a:rPr>
              <a:t>Pyramid - Flat</a:t>
            </a:r>
            <a:endParaRPr>
              <a:latin typeface="Calibri"/>
              <a:ea typeface="Calibri"/>
              <a:cs typeface="Calibri"/>
              <a:sym typeface="Calibri"/>
            </a:endParaRPr>
          </a:p>
          <a:p>
            <a:pPr indent="-317500" lvl="0" marL="457200" rtl="0" algn="l">
              <a:spcBef>
                <a:spcPts val="0"/>
              </a:spcBef>
              <a:spcAft>
                <a:spcPts val="0"/>
              </a:spcAft>
              <a:buSzPts val="1400"/>
              <a:buFont typeface="Calibri"/>
              <a:buChar char="●"/>
            </a:pPr>
            <a:r>
              <a:rPr b="1" lang="en" u="sng">
                <a:latin typeface="Calibri"/>
                <a:ea typeface="Calibri"/>
                <a:cs typeface="Calibri"/>
                <a:sym typeface="Calibri"/>
              </a:rPr>
              <a:t>Tech</a:t>
            </a:r>
            <a:r>
              <a:rPr lang="en">
                <a:latin typeface="Calibri"/>
                <a:ea typeface="Calibri"/>
                <a:cs typeface="Calibri"/>
                <a:sym typeface="Calibri"/>
              </a:rPr>
              <a:t> - Expense - Better Product</a:t>
            </a:r>
            <a:endParaRPr>
              <a:latin typeface="Calibri"/>
              <a:ea typeface="Calibri"/>
              <a:cs typeface="Calibri"/>
              <a:sym typeface="Calibri"/>
            </a:endParaRPr>
          </a:p>
          <a:p>
            <a:pPr indent="0" lvl="0" marL="0" rtl="0" algn="l">
              <a:spcBef>
                <a:spcPts val="0"/>
              </a:spcBef>
              <a:spcAft>
                <a:spcPts val="0"/>
              </a:spcAft>
              <a:buNone/>
            </a:pPr>
            <a:r>
              <a:t/>
            </a:r>
            <a:endParaRPr sz="1800"/>
          </a:p>
        </p:txBody>
      </p:sp>
      <p:sp>
        <p:nvSpPr>
          <p:cNvPr id="144" name="Google Shape;144;p15"/>
          <p:cNvSpPr txBox="1"/>
          <p:nvPr/>
        </p:nvSpPr>
        <p:spPr>
          <a:xfrm>
            <a:off x="635700" y="3160900"/>
            <a:ext cx="3612600" cy="15381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 sz="2400">
                <a:latin typeface="Calibri"/>
                <a:ea typeface="Calibri"/>
                <a:cs typeface="Calibri"/>
                <a:sym typeface="Calibri"/>
              </a:rPr>
              <a:t>Structure</a:t>
            </a:r>
            <a:endParaRPr sz="2400">
              <a:latin typeface="Calibri"/>
              <a:ea typeface="Calibri"/>
              <a:cs typeface="Calibri"/>
              <a:sym typeface="Calibri"/>
            </a:endParaRPr>
          </a:p>
          <a:p>
            <a:pPr indent="0" lvl="0" marL="0" rtl="0" algn="l">
              <a:spcBef>
                <a:spcPts val="0"/>
              </a:spcBef>
              <a:spcAft>
                <a:spcPts val="0"/>
              </a:spcAft>
              <a:buNone/>
            </a:pPr>
            <a:r>
              <a:t/>
            </a:r>
            <a:endParaRPr>
              <a:latin typeface="Calibri"/>
              <a:ea typeface="Calibri"/>
              <a:cs typeface="Calibri"/>
              <a:sym typeface="Calibri"/>
            </a:endParaRPr>
          </a:p>
          <a:p>
            <a:pPr indent="-317500" lvl="0" marL="457200" rtl="0" algn="l">
              <a:spcBef>
                <a:spcPts val="0"/>
              </a:spcBef>
              <a:spcAft>
                <a:spcPts val="0"/>
              </a:spcAft>
              <a:buSzPts val="1400"/>
              <a:buFont typeface="Calibri"/>
              <a:buChar char="●"/>
            </a:pPr>
            <a:r>
              <a:rPr b="1" lang="en" u="sng">
                <a:latin typeface="Calibri"/>
                <a:ea typeface="Calibri"/>
                <a:cs typeface="Calibri"/>
                <a:sym typeface="Calibri"/>
              </a:rPr>
              <a:t>People</a:t>
            </a:r>
            <a:r>
              <a:rPr lang="en">
                <a:latin typeface="Calibri"/>
                <a:ea typeface="Calibri"/>
                <a:cs typeface="Calibri"/>
                <a:sym typeface="Calibri"/>
              </a:rPr>
              <a:t> - Supervision - Trained Employees</a:t>
            </a:r>
            <a:endParaRPr>
              <a:latin typeface="Calibri"/>
              <a:ea typeface="Calibri"/>
              <a:cs typeface="Calibri"/>
              <a:sym typeface="Calibri"/>
            </a:endParaRPr>
          </a:p>
          <a:p>
            <a:pPr indent="-317500" lvl="0" marL="457200" rtl="0" algn="l">
              <a:spcBef>
                <a:spcPts val="0"/>
              </a:spcBef>
              <a:spcAft>
                <a:spcPts val="0"/>
              </a:spcAft>
              <a:buSzPts val="1400"/>
              <a:buFont typeface="Calibri"/>
              <a:buChar char="●"/>
            </a:pPr>
            <a:r>
              <a:rPr b="1" lang="en" u="sng">
                <a:latin typeface="Calibri"/>
                <a:ea typeface="Calibri"/>
                <a:cs typeface="Calibri"/>
                <a:sym typeface="Calibri"/>
              </a:rPr>
              <a:t>Task</a:t>
            </a:r>
            <a:r>
              <a:rPr lang="en">
                <a:latin typeface="Calibri"/>
                <a:ea typeface="Calibri"/>
                <a:cs typeface="Calibri"/>
                <a:sym typeface="Calibri"/>
              </a:rPr>
              <a:t> - Customer Focused - New Dept</a:t>
            </a:r>
            <a:endParaRPr>
              <a:latin typeface="Calibri"/>
              <a:ea typeface="Calibri"/>
              <a:cs typeface="Calibri"/>
              <a:sym typeface="Calibri"/>
            </a:endParaRPr>
          </a:p>
          <a:p>
            <a:pPr indent="-317500" lvl="0" marL="457200" rtl="0" algn="l">
              <a:spcBef>
                <a:spcPts val="0"/>
              </a:spcBef>
              <a:spcAft>
                <a:spcPts val="0"/>
              </a:spcAft>
              <a:buSzPts val="1400"/>
              <a:buFont typeface="Calibri"/>
              <a:buChar char="●"/>
            </a:pPr>
            <a:r>
              <a:rPr b="1" lang="en" u="sng">
                <a:latin typeface="Calibri"/>
                <a:ea typeface="Calibri"/>
                <a:cs typeface="Calibri"/>
                <a:sym typeface="Calibri"/>
              </a:rPr>
              <a:t>Tech</a:t>
            </a:r>
            <a:r>
              <a:rPr lang="en">
                <a:latin typeface="Calibri"/>
                <a:ea typeface="Calibri"/>
                <a:cs typeface="Calibri"/>
                <a:sym typeface="Calibri"/>
              </a:rPr>
              <a:t> - Communication - Dept</a:t>
            </a:r>
            <a:endParaRPr>
              <a:latin typeface="Calibri"/>
              <a:ea typeface="Calibri"/>
              <a:cs typeface="Calibri"/>
              <a:sym typeface="Calibri"/>
            </a:endParaRPr>
          </a:p>
        </p:txBody>
      </p:sp>
      <p:sp>
        <p:nvSpPr>
          <p:cNvPr id="145" name="Google Shape;145;p15"/>
          <p:cNvSpPr txBox="1"/>
          <p:nvPr/>
        </p:nvSpPr>
        <p:spPr>
          <a:xfrm>
            <a:off x="4981225" y="3160900"/>
            <a:ext cx="3880500" cy="13404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 sz="2400">
                <a:latin typeface="Calibri"/>
                <a:ea typeface="Calibri"/>
                <a:cs typeface="Calibri"/>
                <a:sym typeface="Calibri"/>
              </a:rPr>
              <a:t>Technology</a:t>
            </a:r>
            <a:endParaRPr sz="2400">
              <a:latin typeface="Calibri"/>
              <a:ea typeface="Calibri"/>
              <a:cs typeface="Calibri"/>
              <a:sym typeface="Calibri"/>
            </a:endParaRPr>
          </a:p>
          <a:p>
            <a:pPr indent="0" lvl="0" marL="0" rtl="0" algn="l">
              <a:spcBef>
                <a:spcPts val="0"/>
              </a:spcBef>
              <a:spcAft>
                <a:spcPts val="0"/>
              </a:spcAft>
              <a:buNone/>
            </a:pPr>
            <a:r>
              <a:t/>
            </a:r>
            <a:endParaRPr>
              <a:latin typeface="Calibri"/>
              <a:ea typeface="Calibri"/>
              <a:cs typeface="Calibri"/>
              <a:sym typeface="Calibri"/>
            </a:endParaRPr>
          </a:p>
          <a:p>
            <a:pPr indent="-317500" lvl="0" marL="457200" rtl="0" algn="l">
              <a:spcBef>
                <a:spcPts val="0"/>
              </a:spcBef>
              <a:spcAft>
                <a:spcPts val="0"/>
              </a:spcAft>
              <a:buSzPts val="1400"/>
              <a:buFont typeface="Calibri"/>
              <a:buChar char="●"/>
            </a:pPr>
            <a:r>
              <a:rPr b="1" lang="en" u="sng">
                <a:latin typeface="Calibri"/>
                <a:ea typeface="Calibri"/>
                <a:cs typeface="Calibri"/>
                <a:sym typeface="Calibri"/>
              </a:rPr>
              <a:t>People</a:t>
            </a:r>
            <a:r>
              <a:rPr lang="en">
                <a:latin typeface="Calibri"/>
                <a:ea typeface="Calibri"/>
                <a:cs typeface="Calibri"/>
                <a:sym typeface="Calibri"/>
              </a:rPr>
              <a:t> - Skill growth - Additional Tasks</a:t>
            </a:r>
            <a:endParaRPr>
              <a:latin typeface="Calibri"/>
              <a:ea typeface="Calibri"/>
              <a:cs typeface="Calibri"/>
              <a:sym typeface="Calibri"/>
            </a:endParaRPr>
          </a:p>
          <a:p>
            <a:pPr indent="-317500" lvl="0" marL="457200" rtl="0" algn="l">
              <a:spcBef>
                <a:spcPts val="0"/>
              </a:spcBef>
              <a:spcAft>
                <a:spcPts val="0"/>
              </a:spcAft>
              <a:buSzPts val="1400"/>
              <a:buFont typeface="Calibri"/>
              <a:buChar char="●"/>
            </a:pPr>
            <a:r>
              <a:rPr b="1" lang="en" u="sng">
                <a:latin typeface="Calibri"/>
                <a:ea typeface="Calibri"/>
                <a:cs typeface="Calibri"/>
                <a:sym typeface="Calibri"/>
              </a:rPr>
              <a:t>Task </a:t>
            </a:r>
            <a:r>
              <a:rPr lang="en">
                <a:latin typeface="Calibri"/>
                <a:ea typeface="Calibri"/>
                <a:cs typeface="Calibri"/>
                <a:sym typeface="Calibri"/>
              </a:rPr>
              <a:t>- </a:t>
            </a:r>
            <a:r>
              <a:rPr lang="en">
                <a:latin typeface="Calibri"/>
                <a:ea typeface="Calibri"/>
                <a:cs typeface="Calibri"/>
                <a:sym typeface="Calibri"/>
              </a:rPr>
              <a:t>Additional products/services</a:t>
            </a:r>
            <a:endParaRPr>
              <a:latin typeface="Calibri"/>
              <a:ea typeface="Calibri"/>
              <a:cs typeface="Calibri"/>
              <a:sym typeface="Calibri"/>
            </a:endParaRPr>
          </a:p>
          <a:p>
            <a:pPr indent="-317500" lvl="0" marL="457200" rtl="0" algn="l">
              <a:spcBef>
                <a:spcPts val="0"/>
              </a:spcBef>
              <a:spcAft>
                <a:spcPts val="0"/>
              </a:spcAft>
              <a:buSzPts val="1400"/>
              <a:buFont typeface="Calibri"/>
              <a:buChar char="●"/>
            </a:pPr>
            <a:r>
              <a:rPr b="1" lang="en" u="sng">
                <a:latin typeface="Calibri"/>
                <a:ea typeface="Calibri"/>
                <a:cs typeface="Calibri"/>
                <a:sym typeface="Calibri"/>
              </a:rPr>
              <a:t>Structure</a:t>
            </a:r>
            <a:r>
              <a:rPr lang="en">
                <a:latin typeface="Calibri"/>
                <a:ea typeface="Calibri"/>
                <a:cs typeface="Calibri"/>
                <a:sym typeface="Calibri"/>
              </a:rPr>
              <a:t> - Shrink/Expand</a:t>
            </a:r>
            <a:endParaRPr>
              <a:latin typeface="Calibri"/>
              <a:ea typeface="Calibri"/>
              <a:cs typeface="Calibri"/>
              <a:sym typeface="Calibri"/>
            </a:endParaRPr>
          </a:p>
        </p:txBody>
      </p:sp>
    </p:spTree>
  </p:cSld>
  <p:clrMapOvr>
    <a:masterClrMapping/>
  </p:clrMapOvr>
</p:sld>
</file>

<file path=ppt/slides/slide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p:cSld>
    <p:spTree>
      <p:nvGrpSpPr>
        <p:cNvPr id="149" name="Shape 149"/>
        <p:cNvGrpSpPr/>
        <p:nvPr/>
      </p:nvGrpSpPr>
      <p:grpSpPr>
        <a:xfrm>
          <a:off x="0" y="0"/>
          <a:ext cx="0" cy="0"/>
          <a:chOff x="0" y="0"/>
          <a:chExt cx="0" cy="0"/>
        </a:xfrm>
      </p:grpSpPr>
      <p:sp>
        <p:nvSpPr>
          <p:cNvPr id="150" name="Google Shape;150;p16"/>
          <p:cNvSpPr txBox="1"/>
          <p:nvPr>
            <p:ph type="title"/>
          </p:nvPr>
        </p:nvSpPr>
        <p:spPr>
          <a:xfrm>
            <a:off x="819150" y="845600"/>
            <a:ext cx="7505700" cy="9546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Emotional Intelligence-- why it’s important</a:t>
            </a:r>
            <a:endParaRPr/>
          </a:p>
        </p:txBody>
      </p:sp>
      <p:pic>
        <p:nvPicPr>
          <p:cNvPr id="151" name="Google Shape;151;p16"/>
          <p:cNvPicPr preferRelativeResize="0"/>
          <p:nvPr/>
        </p:nvPicPr>
        <p:blipFill>
          <a:blip r:embed="rId3">
            <a:alphaModFix/>
          </a:blip>
          <a:stretch>
            <a:fillRect/>
          </a:stretch>
        </p:blipFill>
        <p:spPr>
          <a:xfrm>
            <a:off x="4906500" y="1525700"/>
            <a:ext cx="4040924" cy="3045400"/>
          </a:xfrm>
          <a:prstGeom prst="rect">
            <a:avLst/>
          </a:prstGeom>
          <a:noFill/>
          <a:ln>
            <a:noFill/>
          </a:ln>
        </p:spPr>
      </p:pic>
      <p:sp>
        <p:nvSpPr>
          <p:cNvPr id="152" name="Google Shape;152;p16"/>
          <p:cNvSpPr txBox="1"/>
          <p:nvPr>
            <p:ph idx="1" type="body"/>
          </p:nvPr>
        </p:nvSpPr>
        <p:spPr>
          <a:xfrm>
            <a:off x="754225" y="2019575"/>
            <a:ext cx="4470000" cy="24480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New economy means new approach to business, changing workplace, new standards</a:t>
            </a:r>
            <a:endParaRPr/>
          </a:p>
          <a:p>
            <a:pPr indent="0" lvl="0" marL="0" rtl="0" algn="l">
              <a:spcBef>
                <a:spcPts val="1600"/>
              </a:spcBef>
              <a:spcAft>
                <a:spcPts val="0"/>
              </a:spcAft>
              <a:buNone/>
            </a:pPr>
            <a:r>
              <a:rPr lang="en"/>
              <a:t>	Baby-boomer management, women in the workplace</a:t>
            </a:r>
            <a:endParaRPr/>
          </a:p>
          <a:p>
            <a:pPr indent="0" lvl="0" marL="0" rtl="0" algn="l">
              <a:spcBef>
                <a:spcPts val="1600"/>
              </a:spcBef>
              <a:spcAft>
                <a:spcPts val="0"/>
              </a:spcAft>
              <a:buNone/>
            </a:pPr>
            <a:r>
              <a:rPr lang="en"/>
              <a:t>A ‘better’ way to correlate high performance with certain characteristics</a:t>
            </a:r>
            <a:endParaRPr/>
          </a:p>
          <a:p>
            <a:pPr indent="0" lvl="0" marL="0" rtl="0" algn="l">
              <a:spcBef>
                <a:spcPts val="1600"/>
              </a:spcBef>
              <a:spcAft>
                <a:spcPts val="0"/>
              </a:spcAft>
              <a:buNone/>
            </a:pPr>
            <a:r>
              <a:rPr lang="en"/>
              <a:t>	And therefore a means of quantifying good performance </a:t>
            </a:r>
            <a:endParaRPr/>
          </a:p>
          <a:p>
            <a:pPr indent="0" lvl="0" marL="0" rtl="0" algn="l">
              <a:spcBef>
                <a:spcPts val="1600"/>
              </a:spcBef>
              <a:spcAft>
                <a:spcPts val="0"/>
              </a:spcAft>
              <a:buNone/>
            </a:pPr>
            <a:r>
              <a:rPr lang="en"/>
              <a:t> </a:t>
            </a:r>
            <a:endParaRPr/>
          </a:p>
          <a:p>
            <a:pPr indent="0" lvl="0" marL="0" rtl="0" algn="l">
              <a:spcBef>
                <a:spcPts val="1600"/>
              </a:spcBef>
              <a:spcAft>
                <a:spcPts val="1600"/>
              </a:spcAft>
              <a:buNone/>
            </a:pPr>
            <a:r>
              <a:t/>
            </a:r>
            <a:endParaRPr/>
          </a:p>
        </p:txBody>
      </p:sp>
    </p:spTree>
  </p:cSld>
  <p:clrMapOvr>
    <a:masterClrMapping/>
  </p:clrMapOvr>
</p:sld>
</file>

<file path=ppt/slides/slide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p:cSld>
    <p:spTree>
      <p:nvGrpSpPr>
        <p:cNvPr id="156" name="Shape 156"/>
        <p:cNvGrpSpPr/>
        <p:nvPr/>
      </p:nvGrpSpPr>
      <p:grpSpPr>
        <a:xfrm>
          <a:off x="0" y="0"/>
          <a:ext cx="0" cy="0"/>
          <a:chOff x="0" y="0"/>
          <a:chExt cx="0" cy="0"/>
        </a:xfrm>
      </p:grpSpPr>
      <p:sp>
        <p:nvSpPr>
          <p:cNvPr id="157" name="Google Shape;157;p17"/>
          <p:cNvSpPr txBox="1"/>
          <p:nvPr>
            <p:ph type="title"/>
          </p:nvPr>
        </p:nvSpPr>
        <p:spPr>
          <a:xfrm>
            <a:off x="819150" y="845600"/>
            <a:ext cx="7505700" cy="9546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How to Improve Our </a:t>
            </a:r>
            <a:r>
              <a:rPr lang="en">
                <a:solidFill>
                  <a:srgbClr val="FF0000"/>
                </a:solidFill>
              </a:rPr>
              <a:t>E</a:t>
            </a:r>
            <a:r>
              <a:rPr lang="en">
                <a:solidFill>
                  <a:srgbClr val="FF3001"/>
                </a:solidFill>
              </a:rPr>
              <a:t>m</a:t>
            </a:r>
            <a:r>
              <a:rPr lang="en">
                <a:solidFill>
                  <a:srgbClr val="FF9900"/>
                </a:solidFill>
              </a:rPr>
              <a:t>o</a:t>
            </a:r>
            <a:r>
              <a:rPr lang="en">
                <a:solidFill>
                  <a:srgbClr val="FFB000"/>
                </a:solidFill>
              </a:rPr>
              <a:t>ti</a:t>
            </a:r>
            <a:r>
              <a:rPr lang="en">
                <a:solidFill>
                  <a:srgbClr val="FFBC00"/>
                </a:solidFill>
              </a:rPr>
              <a:t>on</a:t>
            </a:r>
            <a:r>
              <a:rPr lang="en">
                <a:solidFill>
                  <a:srgbClr val="FFDF00"/>
                </a:solidFill>
              </a:rPr>
              <a:t>al</a:t>
            </a:r>
            <a:r>
              <a:rPr lang="en"/>
              <a:t> Intelligence</a:t>
            </a:r>
            <a:endParaRPr/>
          </a:p>
        </p:txBody>
      </p:sp>
      <p:sp>
        <p:nvSpPr>
          <p:cNvPr id="158" name="Google Shape;158;p17"/>
          <p:cNvSpPr txBox="1"/>
          <p:nvPr>
            <p:ph idx="1" type="body"/>
          </p:nvPr>
        </p:nvSpPr>
        <p:spPr>
          <a:xfrm>
            <a:off x="311700" y="1303950"/>
            <a:ext cx="8520600" cy="3511800"/>
          </a:xfrm>
          <a:prstGeom prst="rect">
            <a:avLst/>
          </a:prstGeom>
        </p:spPr>
        <p:txBody>
          <a:bodyPr anchorCtr="0" anchor="t" bIns="91425" lIns="91425" spcFirstLastPara="1" rIns="91425" wrap="square" tIns="91425">
            <a:noAutofit/>
          </a:bodyPr>
          <a:lstStyle/>
          <a:p>
            <a:pPr indent="0" lvl="0" marL="0" rtl="0" algn="l">
              <a:lnSpc>
                <a:spcPct val="100000"/>
              </a:lnSpc>
              <a:spcBef>
                <a:spcPts val="0"/>
              </a:spcBef>
              <a:spcAft>
                <a:spcPts val="0"/>
              </a:spcAft>
              <a:buNone/>
            </a:pPr>
            <a:r>
              <a:rPr b="1" lang="en"/>
              <a:t>With ourselves (Intrapersonal competencies)</a:t>
            </a:r>
            <a:endParaRPr b="1"/>
          </a:p>
          <a:p>
            <a:pPr indent="-311150" lvl="0" marL="457200" rtl="0" algn="l">
              <a:lnSpc>
                <a:spcPct val="100000"/>
              </a:lnSpc>
              <a:spcBef>
                <a:spcPts val="800"/>
              </a:spcBef>
              <a:spcAft>
                <a:spcPts val="0"/>
              </a:spcAft>
              <a:buSzPts val="1300"/>
              <a:buChar char="●"/>
            </a:pPr>
            <a:r>
              <a:rPr lang="en"/>
              <a:t>Increase self-awareness</a:t>
            </a:r>
            <a:endParaRPr/>
          </a:p>
          <a:p>
            <a:pPr indent="0" lvl="0" marL="0" rtl="0" algn="l">
              <a:lnSpc>
                <a:spcPct val="100000"/>
              </a:lnSpc>
              <a:spcBef>
                <a:spcPts val="800"/>
              </a:spcBef>
              <a:spcAft>
                <a:spcPts val="0"/>
              </a:spcAft>
              <a:buNone/>
            </a:pPr>
            <a:r>
              <a:rPr lang="en"/>
              <a:t>       </a:t>
            </a:r>
            <a:r>
              <a:rPr lang="en"/>
              <a:t>Monitoring emotional state and recognize when it changes</a:t>
            </a:r>
            <a:endParaRPr/>
          </a:p>
          <a:p>
            <a:pPr indent="-311150" lvl="0" marL="457200" rtl="0" algn="l">
              <a:lnSpc>
                <a:spcPct val="100000"/>
              </a:lnSpc>
              <a:spcBef>
                <a:spcPts val="800"/>
              </a:spcBef>
              <a:spcAft>
                <a:spcPts val="0"/>
              </a:spcAft>
              <a:buSzPts val="1300"/>
              <a:buChar char="●"/>
            </a:pPr>
            <a:r>
              <a:rPr lang="en"/>
              <a:t>Managing emotions</a:t>
            </a:r>
            <a:endParaRPr/>
          </a:p>
          <a:p>
            <a:pPr indent="0" lvl="0" marL="0" rtl="0" algn="l">
              <a:lnSpc>
                <a:spcPct val="100000"/>
              </a:lnSpc>
              <a:spcBef>
                <a:spcPts val="800"/>
              </a:spcBef>
              <a:spcAft>
                <a:spcPts val="0"/>
              </a:spcAft>
              <a:buNone/>
            </a:pPr>
            <a:r>
              <a:rPr lang="en"/>
              <a:t>       Count to ten Or “Meditation”</a:t>
            </a:r>
            <a:endParaRPr/>
          </a:p>
          <a:p>
            <a:pPr indent="-311150" lvl="0" marL="457200" rtl="0" algn="l">
              <a:lnSpc>
                <a:spcPct val="100000"/>
              </a:lnSpc>
              <a:spcBef>
                <a:spcPts val="800"/>
              </a:spcBef>
              <a:spcAft>
                <a:spcPts val="0"/>
              </a:spcAft>
              <a:buSzPts val="1300"/>
              <a:buChar char="●"/>
            </a:pPr>
            <a:r>
              <a:rPr lang="en"/>
              <a:t>Motivating Ourselves</a:t>
            </a:r>
            <a:endParaRPr/>
          </a:p>
          <a:p>
            <a:pPr indent="0" lvl="0" marL="0" rtl="0" algn="l">
              <a:lnSpc>
                <a:spcPct val="100000"/>
              </a:lnSpc>
              <a:spcBef>
                <a:spcPts val="800"/>
              </a:spcBef>
              <a:spcAft>
                <a:spcPts val="0"/>
              </a:spcAft>
              <a:buNone/>
            </a:pPr>
            <a:r>
              <a:rPr b="1" lang="en"/>
              <a:t>With others (Interpersonal competencies)</a:t>
            </a:r>
            <a:endParaRPr b="1"/>
          </a:p>
          <a:p>
            <a:pPr indent="-311150" lvl="0" marL="457200" rtl="0" algn="l">
              <a:lnSpc>
                <a:spcPct val="100000"/>
              </a:lnSpc>
              <a:spcBef>
                <a:spcPts val="900"/>
              </a:spcBef>
              <a:spcAft>
                <a:spcPts val="0"/>
              </a:spcAft>
              <a:buSzPts val="1300"/>
              <a:buChar char="●"/>
            </a:pPr>
            <a:r>
              <a:rPr lang="en"/>
              <a:t>Relating well</a:t>
            </a:r>
            <a:endParaRPr/>
          </a:p>
          <a:p>
            <a:pPr indent="-311150" lvl="0" marL="457200" rtl="0" algn="l">
              <a:lnSpc>
                <a:spcPct val="100000"/>
              </a:lnSpc>
              <a:spcBef>
                <a:spcPts val="900"/>
              </a:spcBef>
              <a:spcAft>
                <a:spcPts val="0"/>
              </a:spcAft>
              <a:buSzPts val="1300"/>
              <a:buChar char="●"/>
            </a:pPr>
            <a:r>
              <a:rPr lang="en"/>
              <a:t>Emotional mentoring</a:t>
            </a:r>
            <a:endParaRPr/>
          </a:p>
          <a:p>
            <a:pPr indent="0" lvl="0" marL="0" rtl="0" algn="l">
              <a:spcBef>
                <a:spcPts val="900"/>
              </a:spcBef>
              <a:spcAft>
                <a:spcPts val="0"/>
              </a:spcAft>
              <a:buNone/>
            </a:pPr>
            <a:r>
              <a:rPr lang="en"/>
              <a:t>     </a:t>
            </a:r>
            <a:endParaRPr/>
          </a:p>
          <a:p>
            <a:pPr indent="0" lvl="0" marL="0" rtl="0" algn="l">
              <a:spcBef>
                <a:spcPts val="1600"/>
              </a:spcBef>
              <a:spcAft>
                <a:spcPts val="1600"/>
              </a:spcAft>
              <a:buNone/>
            </a:pPr>
            <a:r>
              <a:t/>
            </a:r>
            <a:endParaRPr/>
          </a:p>
        </p:txBody>
      </p:sp>
    </p:spTree>
  </p:cSld>
  <p:clrMapOvr>
    <a:masterClrMapping/>
  </p:clrMapOvr>
</p:sld>
</file>

<file path=ppt/slides/slide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p:cSld>
    <p:spTree>
      <p:nvGrpSpPr>
        <p:cNvPr id="162" name="Shape 162"/>
        <p:cNvGrpSpPr/>
        <p:nvPr/>
      </p:nvGrpSpPr>
      <p:grpSpPr>
        <a:xfrm>
          <a:off x="0" y="0"/>
          <a:ext cx="0" cy="0"/>
          <a:chOff x="0" y="0"/>
          <a:chExt cx="0" cy="0"/>
        </a:xfrm>
      </p:grpSpPr>
      <p:sp>
        <p:nvSpPr>
          <p:cNvPr id="163" name="Google Shape;163;p18"/>
          <p:cNvSpPr txBox="1"/>
          <p:nvPr>
            <p:ph type="title"/>
          </p:nvPr>
        </p:nvSpPr>
        <p:spPr>
          <a:xfrm>
            <a:off x="311700" y="445025"/>
            <a:ext cx="8520600" cy="6579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How is Technology Changing the Present Workplace?</a:t>
            </a:r>
            <a:endParaRPr/>
          </a:p>
        </p:txBody>
      </p:sp>
      <p:sp>
        <p:nvSpPr>
          <p:cNvPr id="164" name="Google Shape;164;p18"/>
          <p:cNvSpPr txBox="1"/>
          <p:nvPr>
            <p:ph idx="1" type="body"/>
          </p:nvPr>
        </p:nvSpPr>
        <p:spPr>
          <a:xfrm>
            <a:off x="4572000" y="1102925"/>
            <a:ext cx="4260300" cy="3855000"/>
          </a:xfrm>
          <a:prstGeom prst="rect">
            <a:avLst/>
          </a:prstGeom>
        </p:spPr>
        <p:txBody>
          <a:bodyPr anchorCtr="0" anchor="t" bIns="91425" lIns="91425" spcFirstLastPara="1" rIns="91425" wrap="square" tIns="91425">
            <a:noAutofit/>
          </a:bodyPr>
          <a:lstStyle/>
          <a:p>
            <a:pPr indent="0" lvl="0" marL="457200" rtl="0" algn="l">
              <a:lnSpc>
                <a:spcPct val="100000"/>
              </a:lnSpc>
              <a:spcBef>
                <a:spcPts val="0"/>
              </a:spcBef>
              <a:spcAft>
                <a:spcPts val="0"/>
              </a:spcAft>
              <a:buNone/>
            </a:pPr>
            <a:r>
              <a:rPr b="1" lang="en"/>
              <a:t>Flexibility</a:t>
            </a:r>
            <a:endParaRPr b="1"/>
          </a:p>
          <a:p>
            <a:pPr indent="-311150" lvl="0" marL="914400" rtl="0" algn="l">
              <a:lnSpc>
                <a:spcPct val="100000"/>
              </a:lnSpc>
              <a:spcBef>
                <a:spcPts val="0"/>
              </a:spcBef>
              <a:spcAft>
                <a:spcPts val="0"/>
              </a:spcAft>
              <a:buSzPts val="1300"/>
              <a:buChar char="●"/>
            </a:pPr>
            <a:r>
              <a:rPr lang="en"/>
              <a:t>Flexible hours</a:t>
            </a:r>
            <a:endParaRPr/>
          </a:p>
          <a:p>
            <a:pPr indent="-311150" lvl="0" marL="914400" rtl="0" algn="l">
              <a:lnSpc>
                <a:spcPct val="100000"/>
              </a:lnSpc>
              <a:spcBef>
                <a:spcPts val="0"/>
              </a:spcBef>
              <a:spcAft>
                <a:spcPts val="0"/>
              </a:spcAft>
              <a:buSzPts val="1300"/>
              <a:buChar char="●"/>
            </a:pPr>
            <a:r>
              <a:rPr lang="en"/>
              <a:t>Easy access to work items</a:t>
            </a:r>
            <a:endParaRPr/>
          </a:p>
          <a:p>
            <a:pPr indent="0" lvl="0" marL="457200" rtl="0" algn="l">
              <a:lnSpc>
                <a:spcPct val="100000"/>
              </a:lnSpc>
              <a:spcBef>
                <a:spcPts val="0"/>
              </a:spcBef>
              <a:spcAft>
                <a:spcPts val="0"/>
              </a:spcAft>
              <a:buNone/>
            </a:pPr>
            <a:r>
              <a:rPr b="1" lang="en"/>
              <a:t>Easy Communication</a:t>
            </a:r>
            <a:endParaRPr b="1"/>
          </a:p>
          <a:p>
            <a:pPr indent="-311150" lvl="0" marL="914400" rtl="0" algn="l">
              <a:lnSpc>
                <a:spcPct val="100000"/>
              </a:lnSpc>
              <a:spcBef>
                <a:spcPts val="0"/>
              </a:spcBef>
              <a:spcAft>
                <a:spcPts val="0"/>
              </a:spcAft>
              <a:buSzPts val="1300"/>
              <a:buChar char="●"/>
            </a:pPr>
            <a:r>
              <a:rPr lang="en"/>
              <a:t>Instant Messaging/Video Chats</a:t>
            </a:r>
            <a:endParaRPr/>
          </a:p>
          <a:p>
            <a:pPr indent="-311150" lvl="0" marL="914400" rtl="0" algn="l">
              <a:lnSpc>
                <a:spcPct val="100000"/>
              </a:lnSpc>
              <a:spcBef>
                <a:spcPts val="0"/>
              </a:spcBef>
              <a:spcAft>
                <a:spcPts val="0"/>
              </a:spcAft>
              <a:buSzPts val="1300"/>
              <a:buChar char="●"/>
            </a:pPr>
            <a:r>
              <a:rPr lang="en"/>
              <a:t>Diverse coworkers </a:t>
            </a:r>
            <a:endParaRPr/>
          </a:p>
          <a:p>
            <a:pPr indent="0" lvl="0" marL="457200" rtl="0" algn="l">
              <a:lnSpc>
                <a:spcPct val="100000"/>
              </a:lnSpc>
              <a:spcBef>
                <a:spcPts val="0"/>
              </a:spcBef>
              <a:spcAft>
                <a:spcPts val="0"/>
              </a:spcAft>
              <a:buNone/>
            </a:pPr>
            <a:r>
              <a:rPr b="1" lang="en"/>
              <a:t>Continuous Learning</a:t>
            </a:r>
            <a:endParaRPr b="1"/>
          </a:p>
          <a:p>
            <a:pPr indent="-311150" lvl="0" marL="914400" rtl="0" algn="l">
              <a:lnSpc>
                <a:spcPct val="100000"/>
              </a:lnSpc>
              <a:spcBef>
                <a:spcPts val="0"/>
              </a:spcBef>
              <a:spcAft>
                <a:spcPts val="0"/>
              </a:spcAft>
              <a:buSzPts val="1300"/>
              <a:buChar char="●"/>
            </a:pPr>
            <a:r>
              <a:rPr lang="en"/>
              <a:t>Learning new skills may be necessary</a:t>
            </a:r>
            <a:endParaRPr/>
          </a:p>
          <a:p>
            <a:pPr indent="-311150" lvl="0" marL="914400" rtl="0" algn="l">
              <a:lnSpc>
                <a:spcPct val="100000"/>
              </a:lnSpc>
              <a:spcBef>
                <a:spcPts val="0"/>
              </a:spcBef>
              <a:spcAft>
                <a:spcPts val="0"/>
              </a:spcAft>
              <a:buSzPts val="1300"/>
              <a:buChar char="●"/>
            </a:pPr>
            <a:r>
              <a:rPr lang="en"/>
              <a:t>e.g. CodeAcademy</a:t>
            </a:r>
            <a:endParaRPr/>
          </a:p>
        </p:txBody>
      </p:sp>
      <p:pic>
        <p:nvPicPr>
          <p:cNvPr id="165" name="Google Shape;165;p18"/>
          <p:cNvPicPr preferRelativeResize="0"/>
          <p:nvPr/>
        </p:nvPicPr>
        <p:blipFill>
          <a:blip r:embed="rId3">
            <a:alphaModFix/>
          </a:blip>
          <a:stretch>
            <a:fillRect/>
          </a:stretch>
        </p:blipFill>
        <p:spPr>
          <a:xfrm>
            <a:off x="350750" y="1386200"/>
            <a:ext cx="4175603" cy="3073886"/>
          </a:xfrm>
          <a:prstGeom prst="rect">
            <a:avLst/>
          </a:prstGeom>
          <a:noFill/>
          <a:ln>
            <a:noFill/>
          </a:ln>
        </p:spPr>
      </p:pic>
    </p:spTree>
  </p:cSld>
  <p:clrMapOvr>
    <a:masterClrMapping/>
  </p:clrMapOvr>
</p:sld>
</file>

<file path=ppt/slides/slide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p:cSld>
    <p:spTree>
      <p:nvGrpSpPr>
        <p:cNvPr id="169" name="Shape 169"/>
        <p:cNvGrpSpPr/>
        <p:nvPr/>
      </p:nvGrpSpPr>
      <p:grpSpPr>
        <a:xfrm>
          <a:off x="0" y="0"/>
          <a:ext cx="0" cy="0"/>
          <a:chOff x="0" y="0"/>
          <a:chExt cx="0" cy="0"/>
        </a:xfrm>
      </p:grpSpPr>
      <p:sp>
        <p:nvSpPr>
          <p:cNvPr id="170" name="Google Shape;170;p19"/>
          <p:cNvSpPr txBox="1"/>
          <p:nvPr>
            <p:ph type="title"/>
          </p:nvPr>
        </p:nvSpPr>
        <p:spPr>
          <a:xfrm>
            <a:off x="442350" y="845600"/>
            <a:ext cx="8280900" cy="9546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How Will Technology Change the Near Future?</a:t>
            </a:r>
            <a:endParaRPr/>
          </a:p>
        </p:txBody>
      </p:sp>
      <p:sp>
        <p:nvSpPr>
          <p:cNvPr id="171" name="Google Shape;171;p19"/>
          <p:cNvSpPr txBox="1"/>
          <p:nvPr>
            <p:ph idx="1" type="body"/>
          </p:nvPr>
        </p:nvSpPr>
        <p:spPr>
          <a:xfrm>
            <a:off x="819150" y="1990725"/>
            <a:ext cx="7505700" cy="2448000"/>
          </a:xfrm>
          <a:prstGeom prst="rect">
            <a:avLst/>
          </a:prstGeom>
        </p:spPr>
        <p:txBody>
          <a:bodyPr anchorCtr="0" anchor="t" bIns="91425" lIns="91425" spcFirstLastPara="1" rIns="91425" wrap="square" tIns="91425">
            <a:noAutofit/>
          </a:bodyPr>
          <a:lstStyle/>
          <a:p>
            <a:pPr indent="0" lvl="0" marL="457200" rtl="0" algn="l">
              <a:lnSpc>
                <a:spcPct val="100000"/>
              </a:lnSpc>
              <a:spcBef>
                <a:spcPts val="0"/>
              </a:spcBef>
              <a:spcAft>
                <a:spcPts val="0"/>
              </a:spcAft>
              <a:buNone/>
            </a:pPr>
            <a:r>
              <a:rPr b="1" lang="en"/>
              <a:t>Automation</a:t>
            </a:r>
            <a:endParaRPr b="1"/>
          </a:p>
          <a:p>
            <a:pPr indent="-311150" lvl="0" marL="914400" rtl="0" algn="l">
              <a:lnSpc>
                <a:spcPct val="100000"/>
              </a:lnSpc>
              <a:spcBef>
                <a:spcPts val="0"/>
              </a:spcBef>
              <a:spcAft>
                <a:spcPts val="0"/>
              </a:spcAft>
              <a:buSzPts val="1300"/>
              <a:buChar char="●"/>
            </a:pPr>
            <a:r>
              <a:rPr lang="en"/>
              <a:t>Will change the nature of work, not destroy it</a:t>
            </a:r>
            <a:endParaRPr/>
          </a:p>
          <a:p>
            <a:pPr indent="0" lvl="0" marL="457200" rtl="0" algn="l">
              <a:lnSpc>
                <a:spcPct val="100000"/>
              </a:lnSpc>
              <a:spcBef>
                <a:spcPts val="0"/>
              </a:spcBef>
              <a:spcAft>
                <a:spcPts val="0"/>
              </a:spcAft>
              <a:buNone/>
            </a:pPr>
            <a:r>
              <a:rPr b="1" lang="en"/>
              <a:t>Natural Language Processing</a:t>
            </a:r>
            <a:endParaRPr b="1"/>
          </a:p>
          <a:p>
            <a:pPr indent="-311150" lvl="0" marL="914400" rtl="0" algn="l">
              <a:lnSpc>
                <a:spcPct val="100000"/>
              </a:lnSpc>
              <a:spcBef>
                <a:spcPts val="0"/>
              </a:spcBef>
              <a:spcAft>
                <a:spcPts val="0"/>
              </a:spcAft>
              <a:buSzPts val="1300"/>
              <a:buChar char="●"/>
            </a:pPr>
            <a:r>
              <a:rPr lang="en"/>
              <a:t>Understand and replicate basic human speech</a:t>
            </a:r>
            <a:endParaRPr/>
          </a:p>
          <a:p>
            <a:pPr indent="-311150" lvl="0" marL="914400" rtl="0" algn="l">
              <a:lnSpc>
                <a:spcPct val="100000"/>
              </a:lnSpc>
              <a:spcBef>
                <a:spcPts val="0"/>
              </a:spcBef>
              <a:spcAft>
                <a:spcPts val="0"/>
              </a:spcAft>
              <a:buSzPts val="1300"/>
              <a:buChar char="●"/>
            </a:pPr>
            <a:r>
              <a:rPr lang="en"/>
              <a:t>Amazon chatbot</a:t>
            </a:r>
            <a:endParaRPr/>
          </a:p>
          <a:p>
            <a:pPr indent="0" lvl="0" marL="457200" rtl="0" algn="l">
              <a:lnSpc>
                <a:spcPct val="100000"/>
              </a:lnSpc>
              <a:spcBef>
                <a:spcPts val="0"/>
              </a:spcBef>
              <a:spcAft>
                <a:spcPts val="0"/>
              </a:spcAft>
              <a:buNone/>
            </a:pPr>
            <a:r>
              <a:rPr b="1" lang="en"/>
              <a:t>Machine Learning</a:t>
            </a:r>
            <a:endParaRPr b="1" sz="1300"/>
          </a:p>
          <a:p>
            <a:pPr indent="-311150" lvl="0" marL="914400" rtl="0" algn="l">
              <a:lnSpc>
                <a:spcPct val="100000"/>
              </a:lnSpc>
              <a:spcBef>
                <a:spcPts val="0"/>
              </a:spcBef>
              <a:spcAft>
                <a:spcPts val="0"/>
              </a:spcAft>
              <a:buSzPts val="1300"/>
              <a:buChar char="●"/>
            </a:pPr>
            <a:r>
              <a:rPr lang="en"/>
              <a:t>Systems improve from experience without</a:t>
            </a:r>
            <a:endParaRPr/>
          </a:p>
          <a:p>
            <a:pPr indent="0" lvl="0" marL="0" rtl="0" algn="l">
              <a:lnSpc>
                <a:spcPct val="100000"/>
              </a:lnSpc>
              <a:spcBef>
                <a:spcPts val="0"/>
              </a:spcBef>
              <a:spcAft>
                <a:spcPts val="0"/>
              </a:spcAft>
              <a:buNone/>
            </a:pPr>
            <a:r>
              <a:rPr lang="en"/>
              <a:t>		explicit programming</a:t>
            </a:r>
            <a:endParaRPr b="1"/>
          </a:p>
          <a:p>
            <a:pPr indent="-311150" lvl="0" marL="914400" rtl="0" algn="l">
              <a:lnSpc>
                <a:spcPct val="100000"/>
              </a:lnSpc>
              <a:spcBef>
                <a:spcPts val="0"/>
              </a:spcBef>
              <a:spcAft>
                <a:spcPts val="0"/>
              </a:spcAft>
              <a:buSzPts val="1300"/>
              <a:buChar char="●"/>
            </a:pPr>
            <a:r>
              <a:rPr lang="en"/>
              <a:t>Could change the healthcare system</a:t>
            </a:r>
            <a:endParaRPr/>
          </a:p>
        </p:txBody>
      </p:sp>
      <p:pic>
        <p:nvPicPr>
          <p:cNvPr id="172" name="Google Shape;172;p19"/>
          <p:cNvPicPr preferRelativeResize="0"/>
          <p:nvPr/>
        </p:nvPicPr>
        <p:blipFill>
          <a:blip r:embed="rId3">
            <a:alphaModFix/>
          </a:blip>
          <a:stretch>
            <a:fillRect/>
          </a:stretch>
        </p:blipFill>
        <p:spPr>
          <a:xfrm>
            <a:off x="5200525" y="1990725"/>
            <a:ext cx="3372050" cy="2152650"/>
          </a:xfrm>
          <a:prstGeom prst="rect">
            <a:avLst/>
          </a:prstGeom>
          <a:noFill/>
          <a:ln>
            <a:noFill/>
          </a:ln>
        </p:spPr>
      </p:pic>
    </p:spTree>
  </p:cSld>
  <p:clrMapOvr>
    <a:masterClrMapping/>
  </p:clrMapOvr>
</p:sld>
</file>

<file path=ppt/slides/slide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p:cSld>
    <p:spTree>
      <p:nvGrpSpPr>
        <p:cNvPr id="176" name="Shape 176"/>
        <p:cNvGrpSpPr/>
        <p:nvPr/>
      </p:nvGrpSpPr>
      <p:grpSpPr>
        <a:xfrm>
          <a:off x="0" y="0"/>
          <a:ext cx="0" cy="0"/>
          <a:chOff x="0" y="0"/>
          <a:chExt cx="0" cy="0"/>
        </a:xfrm>
      </p:grpSpPr>
      <p:sp>
        <p:nvSpPr>
          <p:cNvPr id="177" name="Google Shape;177;p20"/>
          <p:cNvSpPr txBox="1"/>
          <p:nvPr>
            <p:ph type="title"/>
          </p:nvPr>
        </p:nvSpPr>
        <p:spPr>
          <a:xfrm>
            <a:off x="819150" y="1990725"/>
            <a:ext cx="7505700" cy="954600"/>
          </a:xfrm>
          <a:prstGeom prst="rect">
            <a:avLst/>
          </a:prstGeom>
        </p:spPr>
        <p:txBody>
          <a:bodyPr anchorCtr="0" anchor="t" bIns="91425" lIns="91425" spcFirstLastPara="1" rIns="91425" wrap="square" tIns="91425">
            <a:noAutofit/>
          </a:bodyPr>
          <a:lstStyle/>
          <a:p>
            <a:pPr indent="0" lvl="0" marL="0" rtl="0" algn="ctr">
              <a:spcBef>
                <a:spcPts val="0"/>
              </a:spcBef>
              <a:spcAft>
                <a:spcPts val="0"/>
              </a:spcAft>
              <a:buNone/>
            </a:pPr>
            <a:r>
              <a:rPr lang="en"/>
              <a:t>Q&amp;A</a:t>
            </a:r>
            <a:endParaRPr/>
          </a:p>
        </p:txBody>
      </p:sp>
      <p:sp>
        <p:nvSpPr>
          <p:cNvPr id="178" name="Google Shape;178;p20"/>
          <p:cNvSpPr txBox="1"/>
          <p:nvPr>
            <p:ph idx="1" type="body"/>
          </p:nvPr>
        </p:nvSpPr>
        <p:spPr>
          <a:xfrm>
            <a:off x="819150" y="3565375"/>
            <a:ext cx="7505700" cy="873300"/>
          </a:xfrm>
          <a:prstGeom prst="rect">
            <a:avLst/>
          </a:prstGeom>
        </p:spPr>
        <p:txBody>
          <a:bodyPr anchorCtr="0" anchor="t" bIns="91425" lIns="91425" spcFirstLastPara="1" rIns="91425" wrap="square" tIns="91425">
            <a:noAutofit/>
          </a:bodyPr>
          <a:lstStyle/>
          <a:p>
            <a:pPr indent="0" lvl="0" marL="0" rtl="0" algn="l">
              <a:spcBef>
                <a:spcPts val="0"/>
              </a:spcBef>
              <a:spcAft>
                <a:spcPts val="1600"/>
              </a:spcAft>
              <a:buNone/>
            </a:pPr>
            <a:r>
              <a:t/>
            </a:r>
            <a:endParaRPr/>
          </a:p>
        </p:txBody>
      </p:sp>
    </p:spTree>
  </p:cSld>
  <p:clrMapOvr>
    <a:masterClrMapping/>
  </p:clrMapOvr>
</p:sld>
</file>

<file path=ppt/slides/slide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p:cSld>
    <p:spTree>
      <p:nvGrpSpPr>
        <p:cNvPr id="182" name="Shape 182"/>
        <p:cNvGrpSpPr/>
        <p:nvPr/>
      </p:nvGrpSpPr>
      <p:grpSpPr>
        <a:xfrm>
          <a:off x="0" y="0"/>
          <a:ext cx="0" cy="0"/>
          <a:chOff x="0" y="0"/>
          <a:chExt cx="0" cy="0"/>
        </a:xfrm>
      </p:grpSpPr>
      <p:sp>
        <p:nvSpPr>
          <p:cNvPr id="183" name="Google Shape;183;p21"/>
          <p:cNvSpPr txBox="1"/>
          <p:nvPr>
            <p:ph type="title"/>
          </p:nvPr>
        </p:nvSpPr>
        <p:spPr>
          <a:xfrm>
            <a:off x="819150" y="845600"/>
            <a:ext cx="7505700" cy="9546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Activity 1</a:t>
            </a:r>
            <a:endParaRPr/>
          </a:p>
        </p:txBody>
      </p:sp>
      <p:sp>
        <p:nvSpPr>
          <p:cNvPr id="184" name="Google Shape;184;p21"/>
          <p:cNvSpPr txBox="1"/>
          <p:nvPr>
            <p:ph idx="1" type="body"/>
          </p:nvPr>
        </p:nvSpPr>
        <p:spPr>
          <a:xfrm>
            <a:off x="819150" y="1990725"/>
            <a:ext cx="7505700" cy="24480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Emotional Intelligence test-- give test (10)</a:t>
            </a:r>
            <a:endParaRPr/>
          </a:p>
          <a:p>
            <a:pPr indent="0" lvl="0" marL="0" rtl="0" algn="l">
              <a:spcBef>
                <a:spcPts val="1600"/>
              </a:spcBef>
              <a:spcAft>
                <a:spcPts val="0"/>
              </a:spcAft>
              <a:buNone/>
            </a:pPr>
            <a:r>
              <a:rPr lang="en" u="sng">
                <a:solidFill>
                  <a:schemeClr val="hlink"/>
                </a:solidFill>
                <a:hlinkClick r:id="rId3"/>
              </a:rPr>
              <a:t>http://www.sdcity.edu/portals/0/cms_editors/mesa/pdfs/emotionalintelligence.pdf</a:t>
            </a:r>
            <a:r>
              <a:rPr lang="en"/>
              <a:t> </a:t>
            </a:r>
            <a:endParaRPr/>
          </a:p>
          <a:p>
            <a:pPr indent="0" lvl="0" marL="0" rtl="0" algn="l">
              <a:spcBef>
                <a:spcPts val="1600"/>
              </a:spcBef>
              <a:spcAft>
                <a:spcPts val="0"/>
              </a:spcAft>
              <a:buNone/>
            </a:pPr>
            <a:r>
              <a:rPr lang="en"/>
              <a:t>Take the test and break into groups based on score. Mark your totals. Split up 5 tables based on score with 8 people per table. One group representative per table.</a:t>
            </a:r>
            <a:endParaRPr/>
          </a:p>
          <a:p>
            <a:pPr indent="0" lvl="0" marL="0" rtl="0" algn="l">
              <a:spcBef>
                <a:spcPts val="1600"/>
              </a:spcBef>
              <a:spcAft>
                <a:spcPts val="1600"/>
              </a:spcAft>
              <a:buNone/>
            </a:pPr>
            <a:r>
              <a:rPr lang="en"/>
              <a:t>DnD style Scenario game--test of personal emotional awareness, emotional management, social emotional management, and relationship management(15)</a:t>
            </a:r>
            <a:endParaRPr/>
          </a:p>
        </p:txBody>
      </p:sp>
    </p:spTree>
  </p:cSld>
  <p:clrMapOvr>
    <a:masterClrMapping/>
  </p:clrMapOvr>
</p:sld>
</file>

<file path=ppt/slides/slide1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p:cSld>
    <p:spTree>
      <p:nvGrpSpPr>
        <p:cNvPr id="188" name="Shape 188"/>
        <p:cNvGrpSpPr/>
        <p:nvPr/>
      </p:nvGrpSpPr>
      <p:grpSpPr>
        <a:xfrm>
          <a:off x="0" y="0"/>
          <a:ext cx="0" cy="0"/>
          <a:chOff x="0" y="0"/>
          <a:chExt cx="0" cy="0"/>
        </a:xfrm>
      </p:grpSpPr>
      <p:sp>
        <p:nvSpPr>
          <p:cNvPr id="189" name="Google Shape;189;p22"/>
          <p:cNvSpPr txBox="1"/>
          <p:nvPr>
            <p:ph type="title"/>
          </p:nvPr>
        </p:nvSpPr>
        <p:spPr>
          <a:xfrm>
            <a:off x="819150" y="845600"/>
            <a:ext cx="7505700" cy="954600"/>
          </a:xfrm>
          <a:prstGeom prst="rect">
            <a:avLst/>
          </a:prstGeom>
        </p:spPr>
        <p:txBody>
          <a:bodyPr anchorCtr="0" anchor="t" bIns="91425" lIns="91425" spcFirstLastPara="1" rIns="91425" wrap="square" tIns="91425">
            <a:noAutofit/>
          </a:bodyPr>
          <a:lstStyle/>
          <a:p>
            <a:pPr indent="0" lvl="0" marL="0" rtl="0" algn="l">
              <a:lnSpc>
                <a:spcPct val="115000"/>
              </a:lnSpc>
              <a:spcBef>
                <a:spcPts val="0"/>
              </a:spcBef>
              <a:spcAft>
                <a:spcPts val="1600"/>
              </a:spcAft>
              <a:buClr>
                <a:schemeClr val="dk1"/>
              </a:buClr>
              <a:buSzPts val="1100"/>
              <a:buFont typeface="Arial"/>
              <a:buNone/>
            </a:pPr>
            <a:r>
              <a:rPr lang="en"/>
              <a:t>Emotional awareness</a:t>
            </a:r>
            <a:endParaRPr/>
          </a:p>
        </p:txBody>
      </p:sp>
      <p:sp>
        <p:nvSpPr>
          <p:cNvPr id="190" name="Google Shape;190;p22"/>
          <p:cNvSpPr txBox="1"/>
          <p:nvPr>
            <p:ph idx="1" type="body"/>
          </p:nvPr>
        </p:nvSpPr>
        <p:spPr>
          <a:xfrm>
            <a:off x="819150" y="1990725"/>
            <a:ext cx="7505700" cy="24480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Clr>
                <a:schemeClr val="dk1"/>
              </a:buClr>
              <a:buSzPts val="1100"/>
              <a:buFont typeface="Arial"/>
              <a:buNone/>
            </a:pPr>
            <a:r>
              <a:rPr lang="en"/>
              <a:t>Discuss for 5 minutes and come up with solution. </a:t>
            </a:r>
            <a:endParaRPr/>
          </a:p>
          <a:p>
            <a:pPr indent="0" lvl="0" marL="0" rtl="0" algn="l">
              <a:spcBef>
                <a:spcPts val="1600"/>
              </a:spcBef>
              <a:spcAft>
                <a:spcPts val="0"/>
              </a:spcAft>
              <a:buClr>
                <a:schemeClr val="dk1"/>
              </a:buClr>
              <a:buSzPts val="1100"/>
              <a:buFont typeface="Arial"/>
              <a:buNone/>
            </a:pPr>
            <a:r>
              <a:rPr lang="en"/>
              <a:t>You sit down at your desk in the morning and spill coffee on your lap while simultaneously dropping your breakfast sandwich on your keyboard. Mayonnaise spills into the gaps between keys and lunch isn’t for another 4 hours. Do you:</a:t>
            </a:r>
            <a:endParaRPr/>
          </a:p>
          <a:p>
            <a:pPr indent="0" lvl="0" marL="0" rtl="0" algn="l">
              <a:spcBef>
                <a:spcPts val="1600"/>
              </a:spcBef>
              <a:spcAft>
                <a:spcPts val="0"/>
              </a:spcAft>
              <a:buClr>
                <a:schemeClr val="dk1"/>
              </a:buClr>
              <a:buSzPts val="1100"/>
              <a:buFont typeface="Arial"/>
              <a:buNone/>
            </a:pPr>
            <a:r>
              <a:rPr lang="en"/>
              <a:t>a.      Ask your boss to move your lunch time sooner by explaining your situation.</a:t>
            </a:r>
            <a:endParaRPr/>
          </a:p>
          <a:p>
            <a:pPr indent="0" lvl="0" marL="0" rtl="0" algn="l">
              <a:spcBef>
                <a:spcPts val="1600"/>
              </a:spcBef>
              <a:spcAft>
                <a:spcPts val="0"/>
              </a:spcAft>
              <a:buClr>
                <a:schemeClr val="dk1"/>
              </a:buClr>
              <a:buSzPts val="1100"/>
              <a:buFont typeface="Arial"/>
              <a:buNone/>
            </a:pPr>
            <a:r>
              <a:rPr lang="en"/>
              <a:t>b.      Internalize your rage and clean up your mess and try to move on.</a:t>
            </a:r>
            <a:endParaRPr/>
          </a:p>
          <a:p>
            <a:pPr indent="0" lvl="0" marL="0" rtl="0" algn="l">
              <a:spcBef>
                <a:spcPts val="1600"/>
              </a:spcBef>
              <a:spcAft>
                <a:spcPts val="0"/>
              </a:spcAft>
              <a:buClr>
                <a:schemeClr val="dk1"/>
              </a:buClr>
              <a:buSzPts val="1100"/>
              <a:buFont typeface="Arial"/>
              <a:buNone/>
            </a:pPr>
            <a:r>
              <a:rPr lang="en"/>
              <a:t>c.       Something else</a:t>
            </a:r>
            <a:endParaRPr/>
          </a:p>
          <a:p>
            <a:pPr indent="0" lvl="0" marL="0" rtl="0" algn="l">
              <a:spcBef>
                <a:spcPts val="1600"/>
              </a:spcBef>
              <a:spcAft>
                <a:spcPts val="1600"/>
              </a:spcAft>
              <a:buNone/>
            </a:pPr>
            <a:r>
              <a:t/>
            </a:r>
            <a:endParaRPr/>
          </a:p>
        </p:txBody>
      </p:sp>
    </p:spTree>
  </p:cSld>
  <p:clrMapOvr>
    <a:masterClrMapping/>
  </p:clrMapOvr>
</p:sld>
</file>

<file path=ppt/slides/slide1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p:cSld>
    <p:spTree>
      <p:nvGrpSpPr>
        <p:cNvPr id="194" name="Shape 194"/>
        <p:cNvGrpSpPr/>
        <p:nvPr/>
      </p:nvGrpSpPr>
      <p:grpSpPr>
        <a:xfrm>
          <a:off x="0" y="0"/>
          <a:ext cx="0" cy="0"/>
          <a:chOff x="0" y="0"/>
          <a:chExt cx="0" cy="0"/>
        </a:xfrm>
      </p:grpSpPr>
      <p:sp>
        <p:nvSpPr>
          <p:cNvPr id="195" name="Google Shape;195;p23"/>
          <p:cNvSpPr txBox="1"/>
          <p:nvPr>
            <p:ph type="title"/>
          </p:nvPr>
        </p:nvSpPr>
        <p:spPr>
          <a:xfrm>
            <a:off x="819150" y="845600"/>
            <a:ext cx="7505700" cy="9546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Clr>
                <a:schemeClr val="dk1"/>
              </a:buClr>
              <a:buSzPts val="1100"/>
              <a:buFont typeface="Arial"/>
              <a:buNone/>
            </a:pPr>
            <a:r>
              <a:rPr lang="en"/>
              <a:t>Emotional management:</a:t>
            </a:r>
            <a:endParaRPr/>
          </a:p>
          <a:p>
            <a:pPr indent="0" lvl="0" marL="0" rtl="0" algn="l">
              <a:spcBef>
                <a:spcPts val="0"/>
              </a:spcBef>
              <a:spcAft>
                <a:spcPts val="0"/>
              </a:spcAft>
              <a:buNone/>
            </a:pPr>
            <a:r>
              <a:t/>
            </a:r>
            <a:endParaRPr/>
          </a:p>
        </p:txBody>
      </p:sp>
      <p:sp>
        <p:nvSpPr>
          <p:cNvPr id="196" name="Google Shape;196;p23"/>
          <p:cNvSpPr txBox="1"/>
          <p:nvPr>
            <p:ph idx="1" type="body"/>
          </p:nvPr>
        </p:nvSpPr>
        <p:spPr>
          <a:xfrm>
            <a:off x="819150" y="1990725"/>
            <a:ext cx="7505700" cy="24480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Clr>
                <a:schemeClr val="dk1"/>
              </a:buClr>
              <a:buSzPts val="1100"/>
              <a:buFont typeface="Arial"/>
              <a:buNone/>
            </a:pPr>
            <a:r>
              <a:rPr lang="en"/>
              <a:t>Your coworker walks up to you and tries to continue a passionate argument that you had about your fantasy league in the middle of a meeting. Do you:</a:t>
            </a:r>
            <a:endParaRPr/>
          </a:p>
          <a:p>
            <a:pPr indent="0" lvl="0" marL="0" rtl="0" algn="l">
              <a:spcBef>
                <a:spcPts val="1600"/>
              </a:spcBef>
              <a:spcAft>
                <a:spcPts val="0"/>
              </a:spcAft>
              <a:buClr>
                <a:schemeClr val="dk1"/>
              </a:buClr>
              <a:buSzPts val="1100"/>
              <a:buFont typeface="Arial"/>
              <a:buNone/>
            </a:pPr>
            <a:r>
              <a:rPr lang="en"/>
              <a:t>a.      Attempt to ease the situation and transition back to work</a:t>
            </a:r>
            <a:endParaRPr/>
          </a:p>
          <a:p>
            <a:pPr indent="0" lvl="0" marL="0" rtl="0" algn="l">
              <a:spcBef>
                <a:spcPts val="1600"/>
              </a:spcBef>
              <a:spcAft>
                <a:spcPts val="0"/>
              </a:spcAft>
              <a:buClr>
                <a:schemeClr val="dk1"/>
              </a:buClr>
              <a:buSzPts val="1100"/>
              <a:buFont typeface="Arial"/>
              <a:buNone/>
            </a:pPr>
            <a:r>
              <a:rPr lang="en"/>
              <a:t>b.      Hold your ground and argue your point without sway</a:t>
            </a:r>
            <a:endParaRPr/>
          </a:p>
          <a:p>
            <a:pPr indent="0" lvl="0" marL="0" rtl="0" algn="l">
              <a:spcBef>
                <a:spcPts val="1600"/>
              </a:spcBef>
              <a:spcAft>
                <a:spcPts val="0"/>
              </a:spcAft>
              <a:buClr>
                <a:schemeClr val="dk1"/>
              </a:buClr>
              <a:buSzPts val="1100"/>
              <a:buFont typeface="Arial"/>
              <a:buNone/>
            </a:pPr>
            <a:r>
              <a:rPr lang="en"/>
              <a:t>c.      Something else</a:t>
            </a:r>
            <a:endParaRPr/>
          </a:p>
          <a:p>
            <a:pPr indent="0" lvl="0" marL="0" rtl="0" algn="l">
              <a:spcBef>
                <a:spcPts val="1600"/>
              </a:spcBef>
              <a:spcAft>
                <a:spcPts val="1600"/>
              </a:spcAft>
              <a:buNone/>
            </a:pPr>
            <a:r>
              <a:t/>
            </a:r>
            <a:endParaRPr/>
          </a:p>
        </p:txBody>
      </p:sp>
    </p:spTree>
  </p:cSld>
  <p:clrMapOvr>
    <a:masterClrMapping/>
  </p:clrMapOvr>
</p:sld>
</file>

<file path=ppt/slides/slide1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p:cSld>
    <p:spTree>
      <p:nvGrpSpPr>
        <p:cNvPr id="200" name="Shape 200"/>
        <p:cNvGrpSpPr/>
        <p:nvPr/>
      </p:nvGrpSpPr>
      <p:grpSpPr>
        <a:xfrm>
          <a:off x="0" y="0"/>
          <a:ext cx="0" cy="0"/>
          <a:chOff x="0" y="0"/>
          <a:chExt cx="0" cy="0"/>
        </a:xfrm>
      </p:grpSpPr>
      <p:sp>
        <p:nvSpPr>
          <p:cNvPr id="201" name="Google Shape;201;p24"/>
          <p:cNvSpPr txBox="1"/>
          <p:nvPr>
            <p:ph type="title"/>
          </p:nvPr>
        </p:nvSpPr>
        <p:spPr>
          <a:xfrm>
            <a:off x="819150" y="845600"/>
            <a:ext cx="7505700" cy="9546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Social emotional awareness</a:t>
            </a:r>
            <a:endParaRPr/>
          </a:p>
        </p:txBody>
      </p:sp>
      <p:sp>
        <p:nvSpPr>
          <p:cNvPr id="202" name="Google Shape;202;p24"/>
          <p:cNvSpPr txBox="1"/>
          <p:nvPr>
            <p:ph idx="1" type="body"/>
          </p:nvPr>
        </p:nvSpPr>
        <p:spPr>
          <a:xfrm>
            <a:off x="819150" y="1990725"/>
            <a:ext cx="7505700" cy="24480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Clr>
                <a:schemeClr val="dk1"/>
              </a:buClr>
              <a:buSzPts val="1100"/>
              <a:buFont typeface="Arial"/>
              <a:buNone/>
            </a:pPr>
            <a:r>
              <a:rPr lang="en"/>
              <a:t>You’re working on a system that was passed to you from a coworker. The system is full of code you’re having trouble understanding so you frequently go to your coworker to ask for clarification. You ask your coworker for help all the time. Do you:</a:t>
            </a:r>
            <a:endParaRPr/>
          </a:p>
          <a:p>
            <a:pPr indent="0" lvl="0" marL="0" rtl="0" algn="l">
              <a:spcBef>
                <a:spcPts val="1600"/>
              </a:spcBef>
              <a:spcAft>
                <a:spcPts val="0"/>
              </a:spcAft>
              <a:buClr>
                <a:schemeClr val="dk1"/>
              </a:buClr>
              <a:buSzPts val="1100"/>
              <a:buFont typeface="Arial"/>
              <a:buNone/>
            </a:pPr>
            <a:r>
              <a:rPr lang="en"/>
              <a:t>a.       Acknowledge the help you’re getting each time you ask for it.</a:t>
            </a:r>
            <a:endParaRPr/>
          </a:p>
          <a:p>
            <a:pPr indent="0" lvl="0" marL="0" rtl="0" algn="l">
              <a:spcBef>
                <a:spcPts val="1600"/>
              </a:spcBef>
              <a:spcAft>
                <a:spcPts val="0"/>
              </a:spcAft>
              <a:buClr>
                <a:schemeClr val="dk1"/>
              </a:buClr>
              <a:buSzPts val="1100"/>
              <a:buFont typeface="Arial"/>
              <a:buNone/>
            </a:pPr>
            <a:r>
              <a:rPr lang="en"/>
              <a:t>b.      Assume your coworker is OK with helping you and continue to go to them whenever you have a question.</a:t>
            </a:r>
            <a:endParaRPr/>
          </a:p>
          <a:p>
            <a:pPr indent="0" lvl="0" marL="0" rtl="0" algn="l">
              <a:spcBef>
                <a:spcPts val="1600"/>
              </a:spcBef>
              <a:spcAft>
                <a:spcPts val="0"/>
              </a:spcAft>
              <a:buClr>
                <a:schemeClr val="dk1"/>
              </a:buClr>
              <a:buSzPts val="1100"/>
              <a:buFont typeface="Arial"/>
              <a:buNone/>
            </a:pPr>
            <a:r>
              <a:rPr lang="en"/>
              <a:t>c.      Something else</a:t>
            </a:r>
            <a:endParaRPr/>
          </a:p>
          <a:p>
            <a:pPr indent="0" lvl="0" marL="0" rtl="0" algn="l">
              <a:spcBef>
                <a:spcPts val="1600"/>
              </a:spcBef>
              <a:spcAft>
                <a:spcPts val="1600"/>
              </a:spcAft>
              <a:buNone/>
            </a:pPr>
            <a:r>
              <a:t/>
            </a:r>
            <a:endParaRPr/>
          </a:p>
        </p:txBody>
      </p:sp>
    </p:spTree>
  </p:cSld>
  <p:clrMapOvr>
    <a:masterClrMapping/>
  </p:clrMapOvr>
</p:sld>
</file>

<file path=ppt/slides/slide1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p:cSld>
    <p:spTree>
      <p:nvGrpSpPr>
        <p:cNvPr id="206" name="Shape 206"/>
        <p:cNvGrpSpPr/>
        <p:nvPr/>
      </p:nvGrpSpPr>
      <p:grpSpPr>
        <a:xfrm>
          <a:off x="0" y="0"/>
          <a:ext cx="0" cy="0"/>
          <a:chOff x="0" y="0"/>
          <a:chExt cx="0" cy="0"/>
        </a:xfrm>
      </p:grpSpPr>
      <p:sp>
        <p:nvSpPr>
          <p:cNvPr id="207" name="Google Shape;207;p25"/>
          <p:cNvSpPr txBox="1"/>
          <p:nvPr>
            <p:ph type="title"/>
          </p:nvPr>
        </p:nvSpPr>
        <p:spPr>
          <a:xfrm>
            <a:off x="819150" y="845600"/>
            <a:ext cx="7505700" cy="9546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Teamwork and Conflict</a:t>
            </a:r>
            <a:endParaRPr/>
          </a:p>
        </p:txBody>
      </p:sp>
      <p:sp>
        <p:nvSpPr>
          <p:cNvPr id="208" name="Google Shape;208;p25"/>
          <p:cNvSpPr txBox="1"/>
          <p:nvPr>
            <p:ph idx="1" type="body"/>
          </p:nvPr>
        </p:nvSpPr>
        <p:spPr>
          <a:xfrm>
            <a:off x="819150" y="1990725"/>
            <a:ext cx="7505700" cy="24480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solidFill>
                  <a:srgbClr val="222222"/>
                </a:solidFill>
                <a:highlight>
                  <a:srgbClr val="FFFFFF"/>
                </a:highlight>
              </a:rPr>
              <a:t>Lucy can not complete her report until John gets all of the numbers to her. Lucy believes that John procrastinates until the last minute, forcing her to do a rushed job which increases her stress and makes her fear that she will look bad to the boss. John feels like Lucy puts too much pressure on both of them, and sets unrealistic deadlines. As the conflict increases, the productivity and efficiency decrease.  How do you as a manager resolve this conflict?</a:t>
            </a:r>
            <a:endParaRPr>
              <a:solidFill>
                <a:srgbClr val="222222"/>
              </a:solidFill>
              <a:highlight>
                <a:srgbClr val="FFFFFF"/>
              </a:highlight>
            </a:endParaRPr>
          </a:p>
          <a:p>
            <a:pPr indent="0" lvl="0" marL="0" rtl="0" algn="l">
              <a:spcBef>
                <a:spcPts val="1600"/>
              </a:spcBef>
              <a:spcAft>
                <a:spcPts val="0"/>
              </a:spcAft>
              <a:buNone/>
            </a:pPr>
            <a:r>
              <a:rPr lang="en">
                <a:solidFill>
                  <a:srgbClr val="222222"/>
                </a:solidFill>
                <a:highlight>
                  <a:srgbClr val="FFFFFF"/>
                </a:highlight>
              </a:rPr>
              <a:t>a.     Reprimand John for procrastination.</a:t>
            </a:r>
            <a:r>
              <a:rPr lang="en">
                <a:solidFill>
                  <a:srgbClr val="222222"/>
                </a:solidFill>
                <a:highlight>
                  <a:srgbClr val="FFFFFF"/>
                </a:highlight>
              </a:rPr>
              <a:t>   </a:t>
            </a:r>
            <a:endParaRPr>
              <a:solidFill>
                <a:srgbClr val="222222"/>
              </a:solidFill>
              <a:highlight>
                <a:srgbClr val="FFFFFF"/>
              </a:highlight>
            </a:endParaRPr>
          </a:p>
          <a:p>
            <a:pPr indent="0" lvl="0" marL="0" rtl="0" algn="l">
              <a:spcBef>
                <a:spcPts val="1600"/>
              </a:spcBef>
              <a:spcAft>
                <a:spcPts val="0"/>
              </a:spcAft>
              <a:buNone/>
            </a:pPr>
            <a:r>
              <a:rPr lang="en">
                <a:solidFill>
                  <a:srgbClr val="222222"/>
                </a:solidFill>
                <a:highlight>
                  <a:srgbClr val="FFFFFF"/>
                </a:highlight>
              </a:rPr>
              <a:t>b.    Work with John and Lucy to find a deadline schedule that works for both of them.</a:t>
            </a:r>
            <a:endParaRPr>
              <a:solidFill>
                <a:srgbClr val="222222"/>
              </a:solidFill>
              <a:highlight>
                <a:srgbClr val="FFFFFF"/>
              </a:highlight>
            </a:endParaRPr>
          </a:p>
          <a:p>
            <a:pPr indent="0" lvl="0" marL="0" rtl="0" algn="l">
              <a:spcBef>
                <a:spcPts val="1600"/>
              </a:spcBef>
              <a:spcAft>
                <a:spcPts val="1600"/>
              </a:spcAft>
              <a:buNone/>
            </a:pPr>
            <a:r>
              <a:rPr lang="en">
                <a:solidFill>
                  <a:srgbClr val="222222"/>
                </a:solidFill>
                <a:highlight>
                  <a:srgbClr val="FFFFFF"/>
                </a:highlight>
              </a:rPr>
              <a:t>c.     Something else</a:t>
            </a:r>
            <a:endParaRPr>
              <a:solidFill>
                <a:srgbClr val="222222"/>
              </a:solidFill>
              <a:highlight>
                <a:srgbClr val="FFFFFF"/>
              </a:highlight>
            </a:endParaRPr>
          </a:p>
        </p:txBody>
      </p:sp>
    </p:spTree>
  </p:cSld>
  <p:clrMapOvr>
    <a:masterClrMapping/>
  </p:clrMapOvr>
</p:sld>
</file>

<file path=ppt/slides/slide1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p:cSld>
    <p:spTree>
      <p:nvGrpSpPr>
        <p:cNvPr id="212" name="Shape 212"/>
        <p:cNvGrpSpPr/>
        <p:nvPr/>
      </p:nvGrpSpPr>
      <p:grpSpPr>
        <a:xfrm>
          <a:off x="0" y="0"/>
          <a:ext cx="0" cy="0"/>
          <a:chOff x="0" y="0"/>
          <a:chExt cx="0" cy="0"/>
        </a:xfrm>
      </p:grpSpPr>
      <p:sp>
        <p:nvSpPr>
          <p:cNvPr id="213" name="Google Shape;213;p26"/>
          <p:cNvSpPr txBox="1"/>
          <p:nvPr>
            <p:ph type="title"/>
          </p:nvPr>
        </p:nvSpPr>
        <p:spPr>
          <a:xfrm>
            <a:off x="819150" y="845600"/>
            <a:ext cx="7505700" cy="9546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Emotional Intelligence Conclusion</a:t>
            </a:r>
            <a:endParaRPr/>
          </a:p>
        </p:txBody>
      </p:sp>
      <p:sp>
        <p:nvSpPr>
          <p:cNvPr id="214" name="Google Shape;214;p26"/>
          <p:cNvSpPr txBox="1"/>
          <p:nvPr>
            <p:ph idx="1" type="body"/>
          </p:nvPr>
        </p:nvSpPr>
        <p:spPr>
          <a:xfrm>
            <a:off x="819150" y="1990725"/>
            <a:ext cx="7505700" cy="2448000"/>
          </a:xfrm>
          <a:prstGeom prst="rect">
            <a:avLst/>
          </a:prstGeom>
        </p:spPr>
        <p:txBody>
          <a:bodyPr anchorCtr="0" anchor="t" bIns="91425" lIns="91425" spcFirstLastPara="1" rIns="91425" wrap="square" tIns="91425">
            <a:noAutofit/>
          </a:bodyPr>
          <a:lstStyle/>
          <a:p>
            <a:pPr indent="0" lvl="0" marL="0" rtl="0" algn="l">
              <a:spcBef>
                <a:spcPts val="0"/>
              </a:spcBef>
              <a:spcAft>
                <a:spcPts val="1600"/>
              </a:spcAft>
              <a:buNone/>
            </a:pPr>
            <a:r>
              <a:rPr lang="en"/>
              <a:t>Despite your scores on the EI test, your group</a:t>
            </a:r>
            <a:r>
              <a:rPr lang="en"/>
              <a:t> probably chose the “emotionally aware” answer. This shows 2 things: there is more than one way to quantify EI, and maybe you’re more emotionally intelligent than you thought!</a:t>
            </a:r>
            <a:endParaRPr/>
          </a:p>
        </p:txBody>
      </p:sp>
    </p:spTree>
  </p:cSld>
  <p:clrMapOvr>
    <a:masterClrMapping/>
  </p:clrMapOvr>
</p:sld>
</file>

<file path=ppt/slides/slide1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p:cSld>
    <p:spTree>
      <p:nvGrpSpPr>
        <p:cNvPr id="218" name="Shape 218"/>
        <p:cNvGrpSpPr/>
        <p:nvPr/>
      </p:nvGrpSpPr>
      <p:grpSpPr>
        <a:xfrm>
          <a:off x="0" y="0"/>
          <a:ext cx="0" cy="0"/>
          <a:chOff x="0" y="0"/>
          <a:chExt cx="0" cy="0"/>
        </a:xfrm>
      </p:grpSpPr>
      <p:sp>
        <p:nvSpPr>
          <p:cNvPr id="219" name="Google Shape;219;p27"/>
          <p:cNvSpPr txBox="1"/>
          <p:nvPr>
            <p:ph type="title"/>
          </p:nvPr>
        </p:nvSpPr>
        <p:spPr>
          <a:xfrm>
            <a:off x="819150" y="845600"/>
            <a:ext cx="7505700" cy="9546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Activity 2</a:t>
            </a:r>
            <a:endParaRPr/>
          </a:p>
        </p:txBody>
      </p:sp>
      <p:sp>
        <p:nvSpPr>
          <p:cNvPr id="220" name="Google Shape;220;p27"/>
          <p:cNvSpPr txBox="1"/>
          <p:nvPr>
            <p:ph idx="1" type="body"/>
          </p:nvPr>
        </p:nvSpPr>
        <p:spPr>
          <a:xfrm>
            <a:off x="819150" y="1990725"/>
            <a:ext cx="7505700" cy="2448000"/>
          </a:xfrm>
          <a:prstGeom prst="rect">
            <a:avLst/>
          </a:prstGeom>
        </p:spPr>
        <p:txBody>
          <a:bodyPr anchorCtr="0" anchor="t" bIns="91425" lIns="91425" spcFirstLastPara="1" rIns="91425" wrap="square" tIns="91425">
            <a:noAutofit/>
          </a:bodyPr>
          <a:lstStyle/>
          <a:p>
            <a:pPr indent="0" lvl="0" marL="0" rtl="0" algn="l">
              <a:spcBef>
                <a:spcPts val="0"/>
              </a:spcBef>
              <a:spcAft>
                <a:spcPts val="1600"/>
              </a:spcAft>
              <a:buClr>
                <a:schemeClr val="dk1"/>
              </a:buClr>
              <a:buSzPts val="1100"/>
              <a:buFont typeface="Arial"/>
              <a:buNone/>
            </a:pPr>
            <a:r>
              <a:rPr lang="en"/>
              <a:t>Case study - Restaurant taking orders using automated system (10)</a:t>
            </a:r>
            <a:endParaRPr/>
          </a:p>
        </p:txBody>
      </p:sp>
    </p:spTree>
  </p:cSld>
  <p:clrMapOvr>
    <a:masterClrMapping/>
  </p:clrMapOvr>
</p:sld>
</file>

<file path=ppt/theme/theme1.xml><?xml version="1.0" encoding="utf-8"?>
<a:theme xmlns:a="http://schemas.openxmlformats.org/drawingml/2006/main" xmlns:r="http://schemas.openxmlformats.org/officeDocument/2006/relationships" name="Shift">
  <a:themeElements>
    <a:clrScheme name="Shift">
      <a:dk1>
        <a:srgbClr val="FFFFFF"/>
      </a:dk1>
      <a:lt1>
        <a:srgbClr val="AF7B51"/>
      </a:lt1>
      <a:dk2>
        <a:srgbClr val="233A44"/>
      </a:dk2>
      <a:lt2>
        <a:srgbClr val="D9D9D9"/>
      </a:lt2>
      <a:accent1>
        <a:srgbClr val="00796B"/>
      </a:accent1>
      <a:accent2>
        <a:srgbClr val="D9563F"/>
      </a:accent2>
      <a:accent3>
        <a:srgbClr val="C4A15A"/>
      </a:accent3>
      <a:accent4>
        <a:srgbClr val="14F597"/>
      </a:accent4>
      <a:accent5>
        <a:srgbClr val="3D4594"/>
      </a:accent5>
      <a:accent6>
        <a:srgbClr val="163EF5"/>
      </a:accent6>
      <a:hlink>
        <a:srgbClr val="3D4594"/>
      </a:hlink>
      <a:folHlink>
        <a:srgbClr val="3D4594"/>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2.xml><?xml version="1.0" encoding="utf-8"?>
<a:theme xmlns:a="http://schemas.openxmlformats.org/drawingml/2006/main" xmlns:r="http://schemas.openxmlformats.org/officeDocument/2006/relationships">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